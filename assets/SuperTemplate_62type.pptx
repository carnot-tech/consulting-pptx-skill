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</p:sldIdLst>
  <p:notesMasterIdLst>
    <p:notesMasterId r:id="rId7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notesMaster" Target="notesMasters/notesMaster1.xml"/><Relationship Id="rId73" Type="http://schemas.openxmlformats.org/officeDocument/2006/relationships/presProps" Target="presProps.xml"/><Relationship Id="rId74" Type="http://schemas.openxmlformats.org/officeDocument/2006/relationships/viewProps" Target="viewProps.xml"/><Relationship Id="rId75" Type="http://schemas.openxmlformats.org/officeDocument/2006/relationships/theme" Target="theme/theme1.xml"/><Relationship Id="rId76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"/>
          <c:y val="0.025949686441288856"/>
          <c:w val="0.9948498207737628"/>
          <c:h val="0.8702515677935557"/>
        </c:manualLayout>
      </c:layout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Text 3が進む場合</c:v>
                </c:pt>
              </c:strCache>
            </c:strRef>
          </c:tx>
          <c:spPr>
            <a:solidFill>
              <a:srgbClr val="322014"/>
            </a:solidFill>
            <a:ln w="28575" cap="flat">
              <a:solidFill>
                <a:srgbClr val="32201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322014"/>
              </a:solidFill>
              <a:ln w="9525" cap="flat">
                <a:solidFill>
                  <a:srgbClr val="32201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YYYY</c:v>
                  </c:pt>
                  <c:pt idx="1">
                    <c:v>YYYY</c:v>
                  </c:pt>
                  <c:pt idx="2">
                    <c:v>YYYY</c:v>
                  </c:pt>
                  <c:pt idx="3">
                    <c:v>YYYY</c:v>
                  </c:pt>
                  <c:pt idx="4">
                    <c:v>YYYY</c:v>
                  </c:pt>
                  <c:pt idx="5">
                    <c:v>YYYY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35</c:v>
                </c:pt>
                <c:pt idx="1">
                  <c:v>44</c:v>
                </c:pt>
                <c:pt idx="2">
                  <c:v>56</c:v>
                </c:pt>
                <c:pt idx="3">
                  <c:v>72</c:v>
                </c:pt>
                <c:pt idx="4">
                  <c:v>91</c:v>
                </c:pt>
                <c:pt idx="5">
                  <c:v>114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現状の延長</c:v>
                </c:pt>
              </c:strCache>
            </c:strRef>
          </c:tx>
          <c:spPr>
            <a:solidFill>
              <a:srgbClr val="5A3921"/>
            </a:solidFill>
            <a:ln w="28575" cap="flat">
              <a:solidFill>
                <a:srgbClr val="5A392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5A3921"/>
              </a:solidFill>
              <a:ln w="9525" cap="flat">
                <a:solidFill>
                  <a:srgbClr val="5A392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YYYY</c:v>
                  </c:pt>
                  <c:pt idx="1">
                    <c:v>YYYY</c:v>
                  </c:pt>
                  <c:pt idx="2">
                    <c:v>YYYY</c:v>
                  </c:pt>
                  <c:pt idx="3">
                    <c:v>YYYY</c:v>
                  </c:pt>
                  <c:pt idx="4">
                    <c:v>YYYY</c:v>
                  </c:pt>
                  <c:pt idx="5">
                    <c:v>YYYY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35</c:v>
                </c:pt>
                <c:pt idx="1">
                  <c:v>43</c:v>
                </c:pt>
                <c:pt idx="2">
                  <c:v>53</c:v>
                </c:pt>
                <c:pt idx="3">
                  <c:v>65</c:v>
                </c:pt>
                <c:pt idx="4">
                  <c:v>80</c:v>
                </c:pt>
                <c:pt idx="5">
                  <c:v>96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Text 4が遅れる場合</c:v>
                </c:pt>
              </c:strCache>
            </c:strRef>
          </c:tx>
          <c:spPr>
            <a:solidFill>
              <a:srgbClr val="C5A681"/>
            </a:solidFill>
            <a:ln w="28575" cap="flat">
              <a:solidFill>
                <a:srgbClr val="C5A68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C5A681"/>
              </a:solidFill>
              <a:ln w="9525" cap="flat">
                <a:solidFill>
                  <a:srgbClr val="C5A68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YYYY</c:v>
                  </c:pt>
                  <c:pt idx="1">
                    <c:v>YYYY</c:v>
                  </c:pt>
                  <c:pt idx="2">
                    <c:v>YYYY</c:v>
                  </c:pt>
                  <c:pt idx="3">
                    <c:v>YYYY</c:v>
                  </c:pt>
                  <c:pt idx="4">
                    <c:v>YYYY</c:v>
                  </c:pt>
                  <c:pt idx="5">
                    <c:v>YYYY</c:v>
                  </c:pt>
                </c:lvl>
              </c:multiLvlStrCache>
            </c:multiLvl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35</c:v>
                </c:pt>
                <c:pt idx="1">
                  <c:v>42</c:v>
                </c:pt>
                <c:pt idx="2">
                  <c:v>50</c:v>
                </c:pt>
                <c:pt idx="3">
                  <c:v>59</c:v>
                </c:pt>
                <c:pt idx="4">
                  <c:v>70</c:v>
                </c:pt>
                <c:pt idx="5">
                  <c:v>81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19050" cap="flat">
            <a:solidFill>
              <a:srgbClr val="322014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322014"/>
                </a:solidFill>
                <a:latin typeface="Yu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3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"/>
          <c:y val="0.02"/>
          <c:w val="1"/>
          <c:h val="0.86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増える分</c:v>
                </c:pt>
              </c:strCache>
            </c:strRef>
          </c:tx>
          <c:spPr>
            <a:solidFill>
              <a:srgbClr val="5A3921"/>
            </a:solidFill>
            <a:effectLst/>
          </c:spPr>
          <c:invertIfNegative val="0"/>
          <c:dLbls>
            <c:numFmt formatCode="#,##0;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Yu Gothic"/>
                  </a:defRPr>
                </a:pPr>
              </a:p>
            </c:txPr>
            <c:dLblPos val="in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ラベル 2</c:v>
                  </c:pt>
                  <c:pt idx="1">
                    <c:v>ラベル 3</c:v>
                  </c:pt>
                  <c:pt idx="2">
                    <c:v>ラベル 4</c:v>
                  </c:pt>
                  <c:pt idx="3">
                    <c:v>ラベル 5</c:v>
                  </c:pt>
                  <c:pt idx="4">
                    <c:v>ラベル 6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90</c:v>
                </c:pt>
                <c:pt idx="1">
                  <c:v>68</c:v>
                </c:pt>
                <c:pt idx="2">
                  <c:v>32</c:v>
                </c:pt>
                <c:pt idx="3">
                  <c:v>10</c:v>
                </c:pt>
                <c:pt idx="4">
                  <c:v>52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減る分</c:v>
                </c:pt>
              </c:strCache>
            </c:strRef>
          </c:tx>
          <c:spPr>
            <a:solidFill>
              <a:srgbClr val="322014"/>
            </a:solidFill>
            <a:effectLst/>
          </c:spPr>
          <c:invertIfNegative val="0"/>
          <c:dLbls>
            <c:numFmt formatCode="#,##0;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Yu Gothic"/>
                  </a:defRPr>
                </a:pPr>
              </a:p>
            </c:txPr>
            <c:dLblPos val="in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ラベル 2</c:v>
                  </c:pt>
                  <c:pt idx="1">
                    <c:v>ラベル 3</c:v>
                  </c:pt>
                  <c:pt idx="2">
                    <c:v>ラベル 4</c:v>
                  </c:pt>
                  <c:pt idx="3">
                    <c:v>ラベル 5</c:v>
                  </c:pt>
                  <c:pt idx="4">
                    <c:v>ラベル 6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-50</c:v>
                </c:pt>
                <c:pt idx="1">
                  <c:v>-88</c:v>
                </c:pt>
                <c:pt idx="2">
                  <c:v>-12</c:v>
                </c:pt>
                <c:pt idx="3">
                  <c:v>-43</c:v>
                </c:pt>
                <c:pt idx="4">
                  <c:v>-46</c:v>
                </c:pt>
              </c:numCache>
            </c:numRef>
          </c:val>
        </c:ser>
        <c:dLbls>
          <c:numFmt formatCode="#,##0;#,##0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Yu Gothic"/>
                </a:defRPr>
              </a:pPr>
            </a:p>
          </c:txPr>
          <c:dLblPos val="inEnd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0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19050" cap="flat">
            <a:solidFill>
              <a:srgbClr val="322014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322014"/>
                </a:solidFill>
                <a:latin typeface="Yu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-11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"/>
          <c:y val="0.03"/>
          <c:w val="1"/>
          <c:h val="0.9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指標名</c:v>
                </c:pt>
              </c:strCache>
            </c:strRef>
          </c:tx>
          <c:spPr>
            <a:solidFill>
              <a:srgbClr val="5A392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22014"/>
                    </a:solidFill>
                    <a:latin typeface="Yu Gothic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5A392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5A392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5A3921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5A3921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5A3921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C5A681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C5A681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C5A681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C5A681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C5A681"/>
              </a:solidFill>
              <a:effectLst/>
            </c:spPr>
          </c:dPt>
          <c:dPt>
            <c:idx val="10"/>
            <c:invertIfNegative val="0"/>
            <c:bubble3D val="0"/>
            <c:spPr>
              <a:solidFill>
                <a:srgbClr val="C5A681"/>
              </a:solidFill>
              <a:effectLst/>
            </c:spPr>
          </c:dPt>
          <c:dPt>
            <c:idx val="11"/>
            <c:invertIfNegative val="0"/>
            <c:bubble3D val="0"/>
            <c:spPr>
              <a:solidFill>
                <a:srgbClr val="C5A681"/>
              </a:solidFill>
              <a:effectLst/>
            </c:spPr>
          </c:dPt>
          <c:dPt>
            <c:idx val="12"/>
            <c:invertIfNegative val="0"/>
            <c:bubble3D val="0"/>
            <c:spPr>
              <a:solidFill>
                <a:srgbClr val="C5A681"/>
              </a:solidFill>
              <a:effectLst/>
            </c:spPr>
          </c:dPt>
          <c:dPt>
            <c:idx val="13"/>
            <c:invertIfNegative val="0"/>
            <c:bubble3D val="0"/>
            <c:spPr>
              <a:solidFill>
                <a:srgbClr val="C5A681"/>
              </a:solidFill>
              <a:effectLst/>
            </c:spPr>
          </c:dPt>
          <c:dPt>
            <c:idx val="14"/>
            <c:invertIfNegative val="0"/>
            <c:bubble3D val="0"/>
            <c:spPr>
              <a:solidFill>
                <a:srgbClr val="C5A681"/>
              </a:solidFill>
              <a:effectLst/>
            </c:spPr>
          </c:dPt>
          <c:dPt>
            <c:idx val="15"/>
            <c:invertIfNegative val="0"/>
            <c:bubble3D val="0"/>
            <c:spPr>
              <a:solidFill>
                <a:srgbClr val="C5A681"/>
              </a:solidFill>
              <a:effectLst/>
            </c:spPr>
          </c:dPt>
          <c:dPt>
            <c:idx val="16"/>
            <c:invertIfNegative val="0"/>
            <c:bubble3D val="0"/>
            <c:spPr>
              <a:solidFill>
                <a:srgbClr val="C5A681"/>
              </a:solidFill>
              <a:effectLst/>
            </c:spPr>
          </c:dPt>
          <c:dPt>
            <c:idx val="17"/>
            <c:invertIfNegative val="0"/>
            <c:bubble3D val="0"/>
            <c:spPr>
              <a:solidFill>
                <a:srgbClr val="C5A681"/>
              </a:solidFill>
              <a:effectLst/>
            </c:spPr>
          </c:dPt>
          <c:dPt>
            <c:idx val="18"/>
            <c:invertIfNegative val="0"/>
            <c:bubble3D val="0"/>
            <c:spPr>
              <a:solidFill>
                <a:srgbClr val="C5A681"/>
              </a:solidFill>
              <a:effectLst/>
            </c:spPr>
          </c:dPt>
          <c:dPt>
            <c:idx val="19"/>
            <c:invertIfNegative val="0"/>
            <c:bubble3D val="0"/>
            <c:spPr>
              <a:solidFill>
                <a:srgbClr val="C5A681"/>
              </a:solidFill>
              <a:effectLst/>
            </c:spPr>
          </c:dPt>
          <c:dPt>
            <c:idx val="20"/>
            <c:invertIfNegative val="0"/>
            <c:bubble3D val="0"/>
            <c:spPr>
              <a:solidFill>
                <a:srgbClr val="C5A681"/>
              </a:solidFill>
              <a:effectLst/>
            </c:spPr>
          </c:dPt>
          <c:dPt>
            <c:idx val="21"/>
            <c:invertIfNegative val="0"/>
            <c:bubble3D val="0"/>
            <c:spPr>
              <a:solidFill>
                <a:srgbClr val="C5A681"/>
              </a:solidFill>
              <a:effectLst/>
            </c:spPr>
          </c:dPt>
          <c:dPt>
            <c:idx val="22"/>
            <c:invertIfNegative val="0"/>
            <c:bubble3D val="0"/>
            <c:spPr>
              <a:solidFill>
                <a:srgbClr val="C5A681"/>
              </a:solidFill>
              <a:effectLst/>
            </c:spPr>
          </c:dPt>
          <c:dPt>
            <c:idx val="23"/>
            <c:invertIfNegative val="0"/>
            <c:bubble3D val="0"/>
            <c:spPr>
              <a:solidFill>
                <a:srgbClr val="C5A681"/>
              </a:solidFill>
              <a:effectLst/>
            </c:spPr>
          </c:dPt>
          <c:dPt>
            <c:idx val="24"/>
            <c:invertIfNegative val="0"/>
            <c:bubble3D val="0"/>
            <c:spPr>
              <a:solidFill>
                <a:srgbClr val="C5A681"/>
              </a:solidFill>
              <a:effectLst/>
            </c:spPr>
          </c:dPt>
          <c:dPt>
            <c:idx val="25"/>
            <c:invertIfNegative val="0"/>
            <c:bubble3D val="0"/>
            <c:spPr>
              <a:solidFill>
                <a:srgbClr val="C5A681"/>
              </a:solidFill>
              <a:effectLst/>
            </c:spPr>
          </c:dPt>
          <c:dPt>
            <c:idx val="26"/>
            <c:invertIfNegative val="0"/>
            <c:bubble3D val="0"/>
            <c:spPr>
              <a:solidFill>
                <a:srgbClr val="C5A681"/>
              </a:solidFill>
              <a:effectLst/>
            </c:spPr>
          </c:dPt>
          <c:dPt>
            <c:idx val="27"/>
            <c:invertIfNegative val="0"/>
            <c:bubble3D val="0"/>
            <c:spPr>
              <a:solidFill>
                <a:srgbClr val="C5A681"/>
              </a:solidFill>
              <a:effectLst/>
            </c:spPr>
          </c:dPt>
          <c:dPt>
            <c:idx val="28"/>
            <c:invertIfNegative val="0"/>
            <c:bubble3D val="0"/>
            <c:spPr>
              <a:solidFill>
                <a:srgbClr val="C5A681"/>
              </a:solidFill>
              <a:effectLst/>
            </c:spPr>
          </c:dPt>
          <c:dPt>
            <c:idx val="29"/>
            <c:invertIfNegative val="0"/>
            <c:bubble3D val="0"/>
            <c:spPr>
              <a:solidFill>
                <a:srgbClr val="C5A681"/>
              </a:solidFill>
              <a:effectLst/>
            </c:spPr>
          </c:dPt>
          <c:dPt>
            <c:idx val="30"/>
            <c:invertIfNegative val="0"/>
            <c:bubble3D val="0"/>
            <c:spPr>
              <a:solidFill>
                <a:srgbClr val="C5A681"/>
              </a:solidFill>
              <a:effectLst/>
            </c:spPr>
          </c:dPt>
          <c:dPt>
            <c:idx val="31"/>
            <c:invertIfNegative val="0"/>
            <c:bubble3D val="0"/>
            <c:spPr>
              <a:solidFill>
                <a:srgbClr val="C5A681"/>
              </a:solidFill>
              <a:effectLst/>
            </c:spPr>
          </c:dPt>
          <c:dPt>
            <c:idx val="32"/>
            <c:invertIfNegative val="0"/>
            <c:bubble3D val="0"/>
            <c:spPr>
              <a:solidFill>
                <a:srgbClr val="C5A681"/>
              </a:solidFill>
              <a:effectLst/>
            </c:spPr>
          </c:dPt>
          <c:dPt>
            <c:idx val="33"/>
            <c:invertIfNegative val="0"/>
            <c:bubble3D val="0"/>
            <c:spPr>
              <a:solidFill>
                <a:srgbClr val="C5A681"/>
              </a:solidFill>
              <a:effectLst/>
            </c:spPr>
          </c:dPt>
          <c:dPt>
            <c:idx val="34"/>
            <c:invertIfNegative val="0"/>
            <c:bubble3D val="0"/>
            <c:spPr>
              <a:solidFill>
                <a:srgbClr val="C5A681"/>
              </a:solidFill>
              <a:effectLst/>
            </c:spPr>
          </c:dPt>
          <c:dPt>
            <c:idx val="35"/>
            <c:invertIfNegative val="0"/>
            <c:bubble3D val="0"/>
            <c:spPr>
              <a:solidFill>
                <a:srgbClr val="C5A681"/>
              </a:solidFill>
              <a:effectLst/>
            </c:spPr>
          </c:dPt>
          <c:dPt>
            <c:idx val="36"/>
            <c:invertIfNegative val="0"/>
            <c:bubble3D val="0"/>
            <c:spPr>
              <a:solidFill>
                <a:srgbClr val="C5A681"/>
              </a:solidFill>
              <a:effectLst/>
            </c:spPr>
          </c:dPt>
          <c:dPt>
            <c:idx val="37"/>
            <c:invertIfNegative val="0"/>
            <c:bubble3D val="0"/>
            <c:spPr>
              <a:solidFill>
                <a:srgbClr val="C5A681"/>
              </a:solidFill>
              <a:effectLst/>
            </c:spPr>
          </c:dPt>
          <c:dPt>
            <c:idx val="38"/>
            <c:invertIfNegative val="0"/>
            <c:bubble3D val="0"/>
            <c:spPr>
              <a:solidFill>
                <a:srgbClr val="C5A681"/>
              </a:solidFill>
              <a:effectLst/>
            </c:spPr>
          </c:dPt>
          <c:dPt>
            <c:idx val="39"/>
            <c:invertIfNegative val="0"/>
            <c:bubble3D val="0"/>
            <c:spPr>
              <a:solidFill>
                <a:srgbClr val="C5A681"/>
              </a:solidFill>
              <a:effectLst/>
            </c:spPr>
          </c:dPt>
          <c:dPt>
            <c:idx val="40"/>
            <c:invertIfNegative val="0"/>
            <c:bubble3D val="0"/>
            <c:spPr>
              <a:solidFill>
                <a:srgbClr val="C5A681"/>
              </a:solidFill>
              <a:effectLst/>
            </c:spPr>
          </c:dPt>
          <c:dPt>
            <c:idx val="41"/>
            <c:invertIfNegative val="0"/>
            <c:bubble3D val="0"/>
            <c:spPr>
              <a:solidFill>
                <a:srgbClr val="C5A681"/>
              </a:solidFill>
              <a:effectLst/>
            </c:spPr>
          </c:dPt>
          <c:dPt>
            <c:idx val="42"/>
            <c:invertIfNegative val="0"/>
            <c:bubble3D val="0"/>
            <c:spPr>
              <a:solidFill>
                <a:srgbClr val="C5A681"/>
              </a:solidFill>
              <a:effectLst/>
            </c:spPr>
          </c:dPt>
          <c:dPt>
            <c:idx val="43"/>
            <c:invertIfNegative val="0"/>
            <c:bubble3D val="0"/>
            <c:spPr>
              <a:solidFill>
                <a:srgbClr val="C5A681"/>
              </a:solidFill>
              <a:effectLst/>
            </c:spPr>
          </c:dPt>
          <c:dPt>
            <c:idx val="44"/>
            <c:invertIfNegative val="0"/>
            <c:bubble3D val="0"/>
            <c:spPr>
              <a:solidFill>
                <a:srgbClr val="C5A681"/>
              </a:solidFill>
              <a:effectLst/>
            </c:spPr>
          </c:dPt>
          <c:dPt>
            <c:idx val="45"/>
            <c:invertIfNegative val="0"/>
            <c:bubble3D val="0"/>
            <c:spPr>
              <a:solidFill>
                <a:srgbClr val="C5A681"/>
              </a:solidFill>
              <a:effectLst/>
            </c:spPr>
          </c:dPt>
          <c:dPt>
            <c:idx val="46"/>
            <c:invertIfNegative val="0"/>
            <c:bubble3D val="0"/>
            <c:spPr>
              <a:solidFill>
                <a:srgbClr val="C5A681"/>
              </a:solidFill>
              <a:effectLst/>
            </c:spPr>
          </c:dPt>
          <c:dPt>
            <c:idx val="47"/>
            <c:invertIfNegative val="0"/>
            <c:bubble3D val="0"/>
            <c:spPr>
              <a:solidFill>
                <a:srgbClr val="C5A681"/>
              </a:solidFill>
              <a:effectLst/>
            </c:spPr>
          </c:dPt>
          <c:dPt>
            <c:idx val="48"/>
            <c:invertIfNegative val="0"/>
            <c:bubble3D val="0"/>
            <c:spPr>
              <a:solidFill>
                <a:srgbClr val="C5A681"/>
              </a:solidFill>
              <a:effectLst/>
            </c:spPr>
          </c:dPt>
          <c:dPt>
            <c:idx val="49"/>
            <c:invertIfNegative val="0"/>
            <c:bubble3D val="0"/>
            <c:spPr>
              <a:solidFill>
                <a:srgbClr val="C5A681"/>
              </a:solidFill>
              <a:effectLst/>
            </c:spPr>
          </c:dPt>
          <c:cat>
            <c:multiLvlStrRef>
              <c:f>Sheet1!$A$2:$A$51</c:f>
              <c:multiLvlStrCache>
                <c:ptCount val="50"/>
                <c:lvl>
                  <c:pt idx="0">
                    <c:v>ラベル 1</c:v>
                  </c:pt>
                  <c:pt idx="1">
                    <c:v>ラベル 2</c:v>
                  </c:pt>
                  <c:pt idx="2">
                    <c:v>ラベル 3</c:v>
                  </c:pt>
                  <c:pt idx="3">
                    <c:v>ラベル 4</c:v>
                  </c:pt>
                  <c:pt idx="4">
                    <c:v>ラベル 5</c:v>
                  </c:pt>
                  <c:pt idx="5">
                    <c:v>ラベル 6</c:v>
                  </c:pt>
                  <c:pt idx="6">
                    <c:v>ラベル 7</c:v>
                  </c:pt>
                  <c:pt idx="7">
                    <c:v>ラベル 8</c:v>
                  </c:pt>
                  <c:pt idx="8">
                    <c:v>ラベル 9</c:v>
                  </c:pt>
                  <c:pt idx="9">
                    <c:v>ラベル 10</c:v>
                  </c:pt>
                  <c:pt idx="10">
                    <c:v>ラベル 11</c:v>
                  </c:pt>
                  <c:pt idx="11">
                    <c:v>ラベル 12</c:v>
                  </c:pt>
                  <c:pt idx="12">
                    <c:v>ラベル 13</c:v>
                  </c:pt>
                  <c:pt idx="13">
                    <c:v>ラベル 14</c:v>
                  </c:pt>
                  <c:pt idx="14">
                    <c:v>ラベル 15</c:v>
                  </c:pt>
                  <c:pt idx="15">
                    <c:v>ラベル 16</c:v>
                  </c:pt>
                  <c:pt idx="16">
                    <c:v>ラベル 17</c:v>
                  </c:pt>
                  <c:pt idx="17">
                    <c:v>ラベル 18</c:v>
                  </c:pt>
                  <c:pt idx="18">
                    <c:v>ラベル 19</c:v>
                  </c:pt>
                  <c:pt idx="19">
                    <c:v>ラベル 20</c:v>
                  </c:pt>
                  <c:pt idx="20">
                    <c:v>ラベル 21</c:v>
                  </c:pt>
                  <c:pt idx="21">
                    <c:v>ラベル 22</c:v>
                  </c:pt>
                  <c:pt idx="22">
                    <c:v>ラベル 23</c:v>
                  </c:pt>
                  <c:pt idx="23">
                    <c:v>ラベル 24</c:v>
                  </c:pt>
                  <c:pt idx="24">
                    <c:v>ラベル 25</c:v>
                  </c:pt>
                  <c:pt idx="25">
                    <c:v>ラベル 26</c:v>
                  </c:pt>
                  <c:pt idx="26">
                    <c:v>ラベル 27</c:v>
                  </c:pt>
                  <c:pt idx="27">
                    <c:v>ラベル 28</c:v>
                  </c:pt>
                  <c:pt idx="28">
                    <c:v>ラベル 29</c:v>
                  </c:pt>
                  <c:pt idx="29">
                    <c:v>ラベル 30</c:v>
                  </c:pt>
                  <c:pt idx="30">
                    <c:v>ラベル 31</c:v>
                  </c:pt>
                  <c:pt idx="31">
                    <c:v>ラベル 32</c:v>
                  </c:pt>
                  <c:pt idx="32">
                    <c:v>ラベル 33</c:v>
                  </c:pt>
                  <c:pt idx="33">
                    <c:v>ラベル 34</c:v>
                  </c:pt>
                  <c:pt idx="34">
                    <c:v>ラベル 35</c:v>
                  </c:pt>
                  <c:pt idx="35">
                    <c:v>ラベル 36</c:v>
                  </c:pt>
                  <c:pt idx="36">
                    <c:v>ラベル 37</c:v>
                  </c:pt>
                  <c:pt idx="37">
                    <c:v>ラベル 38</c:v>
                  </c:pt>
                  <c:pt idx="38">
                    <c:v>ラベル 39</c:v>
                  </c:pt>
                  <c:pt idx="39">
                    <c:v>ラベル 40</c:v>
                  </c:pt>
                  <c:pt idx="40">
                    <c:v>ラベル 41</c:v>
                  </c:pt>
                  <c:pt idx="41">
                    <c:v>ラベル 42</c:v>
                  </c:pt>
                  <c:pt idx="42">
                    <c:v>ラベル 43</c:v>
                  </c:pt>
                  <c:pt idx="43">
                    <c:v>ラベル 44</c:v>
                  </c:pt>
                  <c:pt idx="44">
                    <c:v>ラベル 45</c:v>
                  </c:pt>
                  <c:pt idx="45">
                    <c:v>ラベル 46</c:v>
                  </c:pt>
                  <c:pt idx="46">
                    <c:v>ラベル 47</c:v>
                  </c:pt>
                  <c:pt idx="47">
                    <c:v>ラベル 48</c:v>
                  </c:pt>
                  <c:pt idx="48">
                    <c:v>ラベル 49</c:v>
                  </c:pt>
                  <c:pt idx="49">
                    <c:v>ラベル 50</c:v>
                  </c:pt>
                </c:lvl>
              </c:multiLvlStrCache>
            </c:multiLvlStrRef>
          </c:cat>
          <c:val>
            <c:numRef>
              <c:f>Sheet1!$B$2:$B$51</c:f>
              <c:numCache>
                <c:formatCode>General</c:formatCode>
                <c:ptCount val="50"/>
                <c:pt idx="0">
                  <c:v>240</c:v>
                </c:pt>
                <c:pt idx="1">
                  <c:v>224</c:v>
                </c:pt>
                <c:pt idx="2">
                  <c:v>210</c:v>
                </c:pt>
                <c:pt idx="3">
                  <c:v>192</c:v>
                </c:pt>
                <c:pt idx="4">
                  <c:v>180</c:v>
                </c:pt>
                <c:pt idx="5">
                  <c:v>154</c:v>
                </c:pt>
                <c:pt idx="6">
                  <c:v>140</c:v>
                </c:pt>
                <c:pt idx="7">
                  <c:v>130</c:v>
                </c:pt>
                <c:pt idx="8">
                  <c:v>118</c:v>
                </c:pt>
                <c:pt idx="9">
                  <c:v>110</c:v>
                </c:pt>
                <c:pt idx="10">
                  <c:v>100</c:v>
                </c:pt>
                <c:pt idx="11">
                  <c:v>92</c:v>
                </c:pt>
                <c:pt idx="12">
                  <c:v>86</c:v>
                </c:pt>
                <c:pt idx="13">
                  <c:v>80</c:v>
                </c:pt>
                <c:pt idx="14">
                  <c:v>74</c:v>
                </c:pt>
                <c:pt idx="15">
                  <c:v>70</c:v>
                </c:pt>
                <c:pt idx="16">
                  <c:v>64</c:v>
                </c:pt>
                <c:pt idx="17">
                  <c:v>60</c:v>
                </c:pt>
                <c:pt idx="18">
                  <c:v>56</c:v>
                </c:pt>
                <c:pt idx="19">
                  <c:v>52</c:v>
                </c:pt>
                <c:pt idx="20">
                  <c:v>48</c:v>
                </c:pt>
                <c:pt idx="21">
                  <c:v>45</c:v>
                </c:pt>
                <c:pt idx="22">
                  <c:v>42</c:v>
                </c:pt>
                <c:pt idx="23">
                  <c:v>39</c:v>
                </c:pt>
                <c:pt idx="24">
                  <c:v>36</c:v>
                </c:pt>
                <c:pt idx="25">
                  <c:v>33</c:v>
                </c:pt>
                <c:pt idx="26">
                  <c:v>31</c:v>
                </c:pt>
                <c:pt idx="27">
                  <c:v>29</c:v>
                </c:pt>
                <c:pt idx="28">
                  <c:v>27</c:v>
                </c:pt>
                <c:pt idx="29">
                  <c:v>25</c:v>
                </c:pt>
                <c:pt idx="30">
                  <c:v>23</c:v>
                </c:pt>
                <c:pt idx="31">
                  <c:v>21</c:v>
                </c:pt>
                <c:pt idx="32">
                  <c:v>20</c:v>
                </c:pt>
                <c:pt idx="33">
                  <c:v>18</c:v>
                </c:pt>
                <c:pt idx="34">
                  <c:v>17</c:v>
                </c:pt>
                <c:pt idx="35">
                  <c:v>15</c:v>
                </c:pt>
                <c:pt idx="36">
                  <c:v>14</c:v>
                </c:pt>
                <c:pt idx="37">
                  <c:v>13</c:v>
                </c:pt>
                <c:pt idx="38">
                  <c:v>12</c:v>
                </c:pt>
                <c:pt idx="39">
                  <c:v>11</c:v>
                </c:pt>
                <c:pt idx="40">
                  <c:v>10</c:v>
                </c:pt>
                <c:pt idx="41">
                  <c:v>9</c:v>
                </c:pt>
                <c:pt idx="42">
                  <c:v>8</c:v>
                </c:pt>
                <c:pt idx="43">
                  <c:v>8</c:v>
                </c:pt>
                <c:pt idx="44">
                  <c:v>7</c:v>
                </c:pt>
                <c:pt idx="45">
                  <c:v>6</c:v>
                </c:pt>
                <c:pt idx="46">
                  <c:v>6</c:v>
                </c:pt>
                <c:pt idx="47">
                  <c:v>5</c:v>
                </c:pt>
                <c:pt idx="48">
                  <c:v>5</c:v>
                </c:pt>
                <c:pt idx="49">
                  <c:v>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322014"/>
                  </a:solidFill>
                  <a:latin typeface="Yu Gothi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3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one"/>
        <c:spPr>
          <a:ln w="19050" cap="flat">
            <a:solidFill>
              <a:srgbClr val="322014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22014"/>
                </a:solidFill>
                <a:latin typeface="Yu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5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.021804163723104564"/>
          <c:y val="0.03496349552078774"/>
          <c:w val="0.9476700070645491"/>
          <c:h val="0.9067640119445659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</c:v>
                </c:pt>
              </c:strCache>
            </c:strRef>
          </c:tx>
          <c:spPr>
            <a:solidFill>
              <a:srgbClr val="322014"/>
            </a:solidFill>
            <a:ln>
              <a:noFill/>
            </a:ln>
            <a:effectLst/>
          </c:spPr>
          <c:marker>
            <c:symbol val="circle"/>
            <c:size val="10"/>
            <c:spPr>
              <a:solidFill>
                <a:srgbClr val="322014"/>
              </a:solidFill>
              <a:ln w="9525" cap="flat">
                <a:solidFill>
                  <a:srgbClr val="322014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tx>
                <c:rich>
                  <a:bodyPr>
                    <a:spAutoFit/>
                  </a:bodyPr>
                  <a:lstStyle/>
                  <a:p>
                    <a:pPr>
                      <a:defRPr/>
                    </a:pPr>
                    <a:r>
                      <a:rPr lang="en-US" dirty="0"/>
                      <a:t>ラベル 5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showLeaderLines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ade0-50b2-6a75-783b5cfd5b6c}"/>
                </c:ext>
              </c:extLst>
            </c:dLbl>
            <c:dLbl>
              <c:idx val="1"/>
              <c:tx>
                <c:rich>
                  <a:bodyPr>
                    <a:spAutoFit/>
                  </a:bodyPr>
                  <a:lstStyle/>
                  <a:p>
                    <a:pPr>
                      <a:defRPr/>
                    </a:pPr>
                    <a:r>
                      <a:rPr lang="en-US" dirty="0"/>
                      <a:t>ラベル 6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showLeaderLines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ade0-50b2-6a75-783b5cfd5b6c}"/>
                </c:ext>
              </c:extLst>
            </c:dLbl>
            <c:dLbl>
              <c:idx val="2"/>
              <c:tx>
                <c:rich>
                  <a:bodyPr>
                    <a:spAutoFit/>
                  </a:bodyPr>
                  <a:lstStyle/>
                  <a:p>
                    <a:pPr>
                      <a:defRPr/>
                    </a:pPr>
                    <a:r>
                      <a:rPr lang="en-US" dirty="0"/>
                      <a:t>ラベル 7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showLeaderLines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ade0-50b2-6a75-783b5cfd5b6c}"/>
                </c:ext>
              </c:extLst>
            </c:dLbl>
            <c:dLbl>
              <c:idx val="3"/>
              <c:tx>
                <c:rich>
                  <a:bodyPr>
                    <a:spAutoFit/>
                  </a:bodyPr>
                  <a:lstStyle/>
                  <a:p>
                    <a:pPr>
                      <a:defRPr/>
                    </a:pPr>
                    <a:r>
                      <a:rPr lang="en-US" dirty="0"/>
                      <a:t>ラベル 8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showLeaderLines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ade0-50b2-6a75-783b5cfd5b6c}"/>
                </c:ext>
              </c:extLst>
            </c:dLbl>
            <c:dLbl>
              <c:idx val="4"/>
              <c:tx>
                <c:rich>
                  <a:bodyPr>
                    <a:spAutoFit/>
                  </a:bodyPr>
                  <a:lstStyle/>
                  <a:p>
                    <a:pPr>
                      <a:defRPr/>
                    </a:pPr>
                    <a:r>
                      <a:rPr lang="en-US" dirty="0"/>
                      <a:t>ラベル 9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showLeaderLines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ade0-50b2-6a75-783b5cfd5b6c}"/>
                </c:ext>
              </c:extLst>
            </c:dLbl>
            <c:dLbl>
              <c:idx val="5"/>
              <c:tx>
                <c:rich>
                  <a:bodyPr>
                    <a:spAutoFit/>
                  </a:bodyPr>
                  <a:lstStyle/>
                  <a:p>
                    <a:pPr>
                      <a:defRPr/>
                    </a:pPr>
                    <a:r>
                      <a:rPr lang="en-US" dirty="0"/>
                      <a:t>ラベル 10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showLeaderLines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ade0-50b2-6a75-783b5cfd5b6c}"/>
                </c:ext>
              </c:extLst>
            </c:dLbl>
            <c:dLbl>
              <c:idx val="6"/>
              <c:tx>
                <c:rich>
                  <a:bodyPr>
                    <a:spAutoFit/>
                  </a:bodyPr>
                  <a:lstStyle/>
                  <a:p>
                    <a:pPr>
                      <a:defRPr/>
                    </a:pPr>
                    <a:r>
                      <a:rPr lang="en-US" dirty="0"/>
                      <a:t>ラベル 11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showLeaderLines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ade0-50b2-6a75-783b5cfd5b6c}"/>
                </c:ext>
              </c:extLst>
            </c:dLbl>
            <c:dLbl>
              <c:idx val="7"/>
              <c:tx>
                <c:rich>
                  <a:bodyPr>
                    <a:spAutoFit/>
                  </a:bodyPr>
                  <a:lstStyle/>
                  <a:p>
                    <a:pPr>
                      <a:defRPr/>
                    </a:pPr>
                    <a:r>
                      <a:rPr lang="en-US" dirty="0"/>
                      <a:t>ラベル 12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showLeaderLines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ade0-50b2-6a75-783b5cfd5b6c}"/>
                </c:ext>
              </c:extLst>
            </c:dLbl>
          </c:dLbls>
          <c:xVal>
            <c:numRef>
              <c:f>Sheet1!$A$2:$A$9</c:f>
              <c:numCache>
                <c:formatCode>General</c:formatCode>
                <c:ptCount val="8"/>
                <c:pt idx="0">
                  <c:v>10</c:v>
                </c:pt>
                <c:pt idx="1">
                  <c:v>20</c:v>
                </c:pt>
                <c:pt idx="2">
                  <c:v>32</c:v>
                </c:pt>
                <c:pt idx="3">
                  <c:v>41</c:v>
                </c:pt>
                <c:pt idx="4">
                  <c:v>56</c:v>
                </c:pt>
                <c:pt idx="5">
                  <c:v>65</c:v>
                </c:pt>
                <c:pt idx="6">
                  <c:v>78</c:v>
                </c:pt>
                <c:pt idx="7">
                  <c:v>90</c:v>
                </c:pt>
              </c:numCache>
            </c:numRef>
          </c:xVal>
          <c:yVal>
            <c:numRef>
              <c:f>Sheet1!$B$2:$B$9</c:f>
              <c:numCache>
                <c:formatCode>General</c:formatCode>
                <c:ptCount val="8"/>
                <c:pt idx="0">
                  <c:v>17</c:v>
                </c:pt>
                <c:pt idx="1">
                  <c:v>29</c:v>
                </c:pt>
                <c:pt idx="2">
                  <c:v>24</c:v>
                </c:pt>
                <c:pt idx="3">
                  <c:v>41</c:v>
                </c:pt>
                <c:pt idx="4">
                  <c:v>52</c:v>
                </c:pt>
                <c:pt idx="5">
                  <c:v>62</c:v>
                </c:pt>
                <c:pt idx="6">
                  <c:v>71</c:v>
                </c:pt>
                <c:pt idx="7">
                  <c:v>83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dLblPos val="r"/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100"/>
          <c:min val="0"/>
        </c:scaling>
        <c:delete val="1"/>
        <c:axPos val="b"/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valAx>
      <c:valAx>
        <c:axId val="2094734552"/>
        <c:scaling>
          <c:orientation val="minMax"/>
          <c:max val="100"/>
          <c:min val="0"/>
        </c:scaling>
        <c:delete val="1"/>
        <c:axPos val="l"/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chart" Target="..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chart" Target="..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320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スライド型カタログ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043623" y="4114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16:9 ｜ 62型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76072" y="784555"/>
            <a:ext cx="11039551" cy="0"/>
          </a:xfrm>
          <a:prstGeom prst="line">
            <a:avLst/>
          </a:prstGeom>
          <a:noFill/>
          <a:ln w="13970">
            <a:solidFill>
              <a:srgbClr val="32201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76072" y="2221200"/>
            <a:ext cx="7920000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スライド型カタログ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576072" y="3049200"/>
            <a:ext cx="1152000" cy="36000"/>
          </a:xfrm>
          <a:prstGeom prst="rect">
            <a:avLst/>
          </a:prstGeom>
          <a:solidFill>
            <a:srgbClr val="5A3921"/>
          </a:solidFill>
          <a:ln w="12700">
            <a:solidFill>
              <a:srgbClr val="5A392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76072" y="3337200"/>
            <a:ext cx="7920000" cy="32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5A3921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型を選ぶ発想帳。作成の主軸は規約 slide-rules.md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76072" y="3877200"/>
            <a:ext cx="6480000" cy="108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各ページのタイトル欄は型名。見本の主張文は置いていない。実デッキではストーリーラインから起こした主張文に必ず差し替える（slide-rules §2.8）。右下の「PPTX」「PPTX・HTML」はその型を出せる経路。すべて SlideSpec から編集可能PPTXで書き出せ、パーツ由来の型は自由記述HTMLでも組める。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76072" y="6245352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576072" y="6483096"/>
            <a:ext cx="11039551" cy="0"/>
          </a:xfrm>
          <a:prstGeom prst="line">
            <a:avLst/>
          </a:prstGeom>
          <a:noFill/>
          <a:ln w="8890">
            <a:solidFill>
              <a:srgbClr val="E2DCD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6072" y="65653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スライド型カタログ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1249863" y="65653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320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スライド型カタログ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043623" y="4114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索引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76072" y="784555"/>
            <a:ext cx="11039551" cy="0"/>
          </a:xfrm>
          <a:prstGeom prst="line">
            <a:avLst/>
          </a:prstGeom>
          <a:noFill/>
          <a:ln w="13970">
            <a:solidFill>
              <a:srgbClr val="32201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76072" y="6245352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576072" y="6483096"/>
            <a:ext cx="11039551" cy="0"/>
          </a:xfrm>
          <a:prstGeom prst="line">
            <a:avLst/>
          </a:prstGeom>
          <a:noFill/>
          <a:ln w="8890">
            <a:solidFill>
              <a:srgbClr val="E2DCD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76072" y="65653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スライド型カタログ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1249863" y="65653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750" dirty="0"/>
          </a:p>
        </p:txBody>
      </p:sp>
      <p:sp>
        <p:nvSpPr>
          <p:cNvPr id="11" name="TextBox 10"/>
          <p:cNvSpPr txBox="1"/>
          <p:nvPr/>
        </p:nvSpPr>
        <p:spPr>
          <a:xfrm>
            <a:off x="576072" y="914400"/>
            <a:ext cx="11036808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200" b="1">
                <a:solidFill>
                  <a:srgbClr val="322014"/>
                </a:solidFill>
                <a:latin typeface="Yu Mincho"/>
              </a:rPr>
              <a:t>収録している型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76072" y="1572768"/>
          <a:ext cx="3508248" cy="4032504"/>
        </p:xfrm>
        <a:graphic>
          <a:graphicData uri="http://schemas.openxmlformats.org/drawingml/2006/table">
            <a:tbl>
              <a:tblPr firstRow="0" bandRow="0"/>
              <a:tblGrid>
                <a:gridCol w="256032"/>
                <a:gridCol w="1926336"/>
                <a:gridCol w="868680"/>
                <a:gridCol w="457200"/>
              </a:tblGrid>
              <a:tr h="192024">
                <a:tc>
                  <a:txBody>
                    <a:bodyPr/>
                    <a:lstStyle/>
                    <a:p>
                      <a:pPr algn="l"/>
                      <a:r>
                        <a:rPr sz="819" b="1">
                          <a:solidFill>
                            <a:srgbClr val="5A3921"/>
                          </a:solidFill>
                          <a:latin typeface="Yu Mincho"/>
                        </a:rPr>
                        <a:t>A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322014"/>
                          </a:solidFill>
                          <a:latin typeface="Yu Gothic"/>
                        </a:rPr>
                        <a:t>表紙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20" b="0">
                          <a:solidFill>
                            <a:srgbClr val="8A7B6B"/>
                          </a:solidFill>
                          <a:latin typeface="Yu Gothic"/>
                        </a:rPr>
                        <a:t>PPTX・HTML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20" b="0">
                          <a:solidFill>
                            <a:srgbClr val="8A7B6B"/>
                          </a:solidFill>
                          <a:latin typeface="Yu Gothic"/>
                        </a:rPr>
                        <a:t>P.4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/>
                      <a:r>
                        <a:rPr sz="819" b="1">
                          <a:solidFill>
                            <a:srgbClr val="5A3921"/>
                          </a:solidFill>
                          <a:latin typeface="Yu Mincho"/>
                        </a:rPr>
                        <a:t>A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322014"/>
                          </a:solidFill>
                          <a:latin typeface="Yu Gothic"/>
                        </a:rPr>
                        <a:t>全体マップ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20" b="0">
                          <a:solidFill>
                            <a:srgbClr val="8A7B6B"/>
                          </a:solidFill>
                          <a:latin typeface="Yu Gothic"/>
                        </a:rPr>
                        <a:t>PPTX・HTML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20" b="0">
                          <a:solidFill>
                            <a:srgbClr val="8A7B6B"/>
                          </a:solidFill>
                          <a:latin typeface="Yu Gothic"/>
                        </a:rPr>
                        <a:t>P.5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/>
                      <a:r>
                        <a:rPr sz="819" b="1">
                          <a:solidFill>
                            <a:srgbClr val="5A3921"/>
                          </a:solidFill>
                          <a:latin typeface="Yu Mincho"/>
                        </a:rPr>
                        <a:t>A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322014"/>
                          </a:solidFill>
                          <a:latin typeface="Yu Gothic"/>
                        </a:rPr>
                        <a:t>目次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20" b="0">
                          <a:solidFill>
                            <a:srgbClr val="8A7B6B"/>
                          </a:solidFill>
                          <a:latin typeface="Yu Gothic"/>
                        </a:rPr>
                        <a:t>PPTX・HTML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20" b="0">
                          <a:solidFill>
                            <a:srgbClr val="8A7B6B"/>
                          </a:solidFill>
                          <a:latin typeface="Yu Gothic"/>
                        </a:rPr>
                        <a:t>P.6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/>
                      <a:r>
                        <a:rPr sz="819" b="1">
                          <a:solidFill>
                            <a:srgbClr val="5A3921"/>
                          </a:solidFill>
                          <a:latin typeface="Yu Mincho"/>
                        </a:rPr>
                        <a:t>A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322014"/>
                          </a:solidFill>
                          <a:latin typeface="Yu Gothic"/>
                        </a:rPr>
                        <a:t>章扉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20" b="0">
                          <a:solidFill>
                            <a:srgbClr val="8A7B6B"/>
                          </a:solidFill>
                          <a:latin typeface="Yu Gothic"/>
                        </a:rPr>
                        <a:t>PPTX・HTML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20" b="0">
                          <a:solidFill>
                            <a:srgbClr val="8A7B6B"/>
                          </a:solidFill>
                          <a:latin typeface="Yu Gothic"/>
                        </a:rPr>
                        <a:t>P.7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/>
                      <a:r>
                        <a:rPr sz="819" b="1">
                          <a:solidFill>
                            <a:srgbClr val="5A3921"/>
                          </a:solidFill>
                          <a:latin typeface="Yu Mincho"/>
                        </a:rPr>
                        <a:t>A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322014"/>
                          </a:solidFill>
                          <a:latin typeface="Yu Gothic"/>
                        </a:rPr>
                        <a:t>セパレーター（アジェンダ再掲）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20" b="0">
                          <a:solidFill>
                            <a:srgbClr val="8A7B6B"/>
                          </a:solidFill>
                          <a:latin typeface="Yu Gothic"/>
                        </a:rPr>
                        <a:t>PPTX・HTML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20" b="0">
                          <a:solidFill>
                            <a:srgbClr val="8A7B6B"/>
                          </a:solidFill>
                          <a:latin typeface="Yu Gothic"/>
                        </a:rPr>
                        <a:t>P.8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/>
                      <a:r>
                        <a:rPr sz="819" b="1">
                          <a:solidFill>
                            <a:srgbClr val="5A3921"/>
                          </a:solidFill>
                          <a:latin typeface="Yu Mincho"/>
                        </a:rPr>
                        <a:t>A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322014"/>
                          </a:solidFill>
                          <a:latin typeface="Yu Gothic"/>
                        </a:rPr>
                        <a:t>エグゼクティブサマリー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20" b="0">
                          <a:solidFill>
                            <a:srgbClr val="8A7B6B"/>
                          </a:solidFill>
                          <a:latin typeface="Yu Gothic"/>
                        </a:rPr>
                        <a:t>PPTX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20" b="0">
                          <a:solidFill>
                            <a:srgbClr val="8A7B6B"/>
                          </a:solidFill>
                          <a:latin typeface="Yu Gothic"/>
                        </a:rPr>
                        <a:t>P.9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/>
                      <a:r>
                        <a:rPr sz="819" b="1">
                          <a:solidFill>
                            <a:srgbClr val="5A3921"/>
                          </a:solidFill>
                          <a:latin typeface="Yu Mincho"/>
                        </a:rPr>
                        <a:t>A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322014"/>
                          </a:solidFill>
                          <a:latin typeface="Yu Gothic"/>
                        </a:rPr>
                        <a:t>調査の土台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20" b="0">
                          <a:solidFill>
                            <a:srgbClr val="8A7B6B"/>
                          </a:solidFill>
                          <a:latin typeface="Yu Gothic"/>
                        </a:rPr>
                        <a:t>PPTX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20" b="0">
                          <a:solidFill>
                            <a:srgbClr val="8A7B6B"/>
                          </a:solidFill>
                          <a:latin typeface="Yu Gothic"/>
                        </a:rPr>
                        <a:t>P.10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/>
                      <a:r>
                        <a:rPr sz="819" b="1">
                          <a:solidFill>
                            <a:srgbClr val="5A3921"/>
                          </a:solidFill>
                          <a:latin typeface="Yu Mincho"/>
                        </a:rPr>
                        <a:t>A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322014"/>
                          </a:solidFill>
                          <a:latin typeface="Yu Gothic"/>
                        </a:rPr>
                        <a:t>調査の土台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20" b="0">
                          <a:solidFill>
                            <a:srgbClr val="8A7B6B"/>
                          </a:solidFill>
                          <a:latin typeface="Yu Gothic"/>
                        </a:rPr>
                        <a:t>PPTX・HTML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20" b="0">
                          <a:solidFill>
                            <a:srgbClr val="8A7B6B"/>
                          </a:solidFill>
                          <a:latin typeface="Yu Gothic"/>
                        </a:rPr>
                        <a:t>P.11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/>
                      <a:r>
                        <a:rPr sz="819" b="1">
                          <a:solidFill>
                            <a:srgbClr val="5A3921"/>
                          </a:solidFill>
                          <a:latin typeface="Yu Mincho"/>
                        </a:rPr>
                        <a:t>A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322014"/>
                          </a:solidFill>
                          <a:latin typeface="Yu Gothic"/>
                        </a:rPr>
                        <a:t>裏表紙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20" b="0">
                          <a:solidFill>
                            <a:srgbClr val="8A7B6B"/>
                          </a:solidFill>
                          <a:latin typeface="Yu Gothic"/>
                        </a:rPr>
                        <a:t>PPTX・HTML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20" b="0">
                          <a:solidFill>
                            <a:srgbClr val="8A7B6B"/>
                          </a:solidFill>
                          <a:latin typeface="Yu Gothic"/>
                        </a:rPr>
                        <a:t>P.12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/>
                      <a:r>
                        <a:rPr sz="819" b="1">
                          <a:solidFill>
                            <a:srgbClr val="5A3921"/>
                          </a:solidFill>
                          <a:latin typeface="Yu Mincho"/>
                        </a:rPr>
                        <a:t>B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322014"/>
                          </a:solidFill>
                          <a:latin typeface="Yu Gothic"/>
                        </a:rPr>
                        <a:t>単一チャート＋含意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20" b="0">
                          <a:solidFill>
                            <a:srgbClr val="8A7B6B"/>
                          </a:solidFill>
                          <a:latin typeface="Yu Gothic"/>
                        </a:rPr>
                        <a:t>PPTX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20" b="0">
                          <a:solidFill>
                            <a:srgbClr val="8A7B6B"/>
                          </a:solidFill>
                          <a:latin typeface="Yu Gothic"/>
                        </a:rPr>
                        <a:t>P.14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/>
                      <a:r>
                        <a:rPr sz="819" b="1">
                          <a:solidFill>
                            <a:srgbClr val="5A3921"/>
                          </a:solidFill>
                          <a:latin typeface="Yu Mincho"/>
                        </a:rPr>
                        <a:t>B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322014"/>
                          </a:solidFill>
                          <a:latin typeface="Yu Gothic"/>
                        </a:rPr>
                        <a:t>積み上げ棒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20" b="0">
                          <a:solidFill>
                            <a:srgbClr val="8A7B6B"/>
                          </a:solidFill>
                          <a:latin typeface="Yu Gothic"/>
                        </a:rPr>
                        <a:t>PPTX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20" b="0">
                          <a:solidFill>
                            <a:srgbClr val="8A7B6B"/>
                          </a:solidFill>
                          <a:latin typeface="Yu Gothic"/>
                        </a:rPr>
                        <a:t>P.15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/>
                      <a:r>
                        <a:rPr sz="819" b="1">
                          <a:solidFill>
                            <a:srgbClr val="5A3921"/>
                          </a:solidFill>
                          <a:latin typeface="Yu Mincho"/>
                        </a:rPr>
                        <a:t>B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322014"/>
                          </a:solidFill>
                          <a:latin typeface="Yu Gothic"/>
                        </a:rPr>
                        <a:t>寄与度ブリッジ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20" b="0">
                          <a:solidFill>
                            <a:srgbClr val="8A7B6B"/>
                          </a:solidFill>
                          <a:latin typeface="Yu Gothic"/>
                        </a:rPr>
                        <a:t>PPTX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20" b="0">
                          <a:solidFill>
                            <a:srgbClr val="8A7B6B"/>
                          </a:solidFill>
                          <a:latin typeface="Yu Gothic"/>
                        </a:rPr>
                        <a:t>P.16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/>
                      <a:r>
                        <a:rPr sz="819" b="1">
                          <a:solidFill>
                            <a:srgbClr val="5A3921"/>
                          </a:solidFill>
                          <a:latin typeface="Yu Mincho"/>
                        </a:rPr>
                        <a:t>B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322014"/>
                          </a:solidFill>
                          <a:latin typeface="Yu Gothic"/>
                        </a:rPr>
                        <a:t>増減ブリッジ（厳密）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20" b="0">
                          <a:solidFill>
                            <a:srgbClr val="8A7B6B"/>
                          </a:solidFill>
                          <a:latin typeface="Yu Gothic"/>
                        </a:rPr>
                        <a:t>PPTX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20" b="0">
                          <a:solidFill>
                            <a:srgbClr val="8A7B6B"/>
                          </a:solidFill>
                          <a:latin typeface="Yu Gothic"/>
                        </a:rPr>
                        <a:t>P.17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/>
                      <a:r>
                        <a:rPr sz="819" b="1">
                          <a:solidFill>
                            <a:srgbClr val="5A3921"/>
                          </a:solidFill>
                          <a:latin typeface="Yu Mincho"/>
                        </a:rPr>
                        <a:t>B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322014"/>
                          </a:solidFill>
                          <a:latin typeface="Yu Gothic"/>
                        </a:rPr>
                        <a:t>小図の並列比較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20" b="0">
                          <a:solidFill>
                            <a:srgbClr val="8A7B6B"/>
                          </a:solidFill>
                          <a:latin typeface="Yu Gothic"/>
                        </a:rPr>
                        <a:t>PPTX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20" b="0">
                          <a:solidFill>
                            <a:srgbClr val="8A7B6B"/>
                          </a:solidFill>
                          <a:latin typeface="Yu Gothic"/>
                        </a:rPr>
                        <a:t>P.18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/>
                      <a:r>
                        <a:rPr sz="819" b="1">
                          <a:solidFill>
                            <a:srgbClr val="5A3921"/>
                          </a:solidFill>
                          <a:latin typeface="Yu Mincho"/>
                        </a:rPr>
                        <a:t>B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322014"/>
                          </a:solidFill>
                          <a:latin typeface="Yu Gothic"/>
                        </a:rPr>
                        <a:t>シナリオ線＋成長率チップ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20" b="0">
                          <a:solidFill>
                            <a:srgbClr val="8A7B6B"/>
                          </a:solidFill>
                          <a:latin typeface="Yu Gothic"/>
                        </a:rPr>
                        <a:t>PPTX・HTML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20" b="0">
                          <a:solidFill>
                            <a:srgbClr val="8A7B6B"/>
                          </a:solidFill>
                          <a:latin typeface="Yu Gothic"/>
                        </a:rPr>
                        <a:t>P.19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/>
                      <a:r>
                        <a:rPr sz="819" b="1">
                          <a:solidFill>
                            <a:srgbClr val="5A3921"/>
                          </a:solidFill>
                          <a:latin typeface="Yu Mincho"/>
                        </a:rPr>
                        <a:t>B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322014"/>
                          </a:solidFill>
                          <a:latin typeface="Yu Gothic"/>
                        </a:rPr>
                        <a:t>増減の縦棒＋左右合計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20" b="0">
                          <a:solidFill>
                            <a:srgbClr val="8A7B6B"/>
                          </a:solidFill>
                          <a:latin typeface="Yu Gothic"/>
                        </a:rPr>
                        <a:t>PPTX・HTML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20" b="0">
                          <a:solidFill>
                            <a:srgbClr val="8A7B6B"/>
                          </a:solidFill>
                          <a:latin typeface="Yu Gothic"/>
                        </a:rPr>
                        <a:t>P.20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/>
                      <a:r>
                        <a:rPr sz="819" b="1">
                          <a:solidFill>
                            <a:srgbClr val="5A3921"/>
                          </a:solidFill>
                          <a:latin typeface="Yu Mincho"/>
                        </a:rPr>
                        <a:t>B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322014"/>
                          </a:solidFill>
                          <a:latin typeface="Yu Gothic"/>
                        </a:rPr>
                        <a:t>比例円の対比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20" b="0">
                          <a:solidFill>
                            <a:srgbClr val="8A7B6B"/>
                          </a:solidFill>
                          <a:latin typeface="Yu Gothic"/>
                        </a:rPr>
                        <a:t>PPTX・HTML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20" b="0">
                          <a:solidFill>
                            <a:srgbClr val="8A7B6B"/>
                          </a:solidFill>
                          <a:latin typeface="Yu Gothic"/>
                        </a:rPr>
                        <a:t>P.21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/>
                      <a:r>
                        <a:rPr sz="819" b="1">
                          <a:solidFill>
                            <a:srgbClr val="5A3921"/>
                          </a:solidFill>
                          <a:latin typeface="Yu Mincho"/>
                        </a:rPr>
                        <a:t>B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322014"/>
                          </a:solidFill>
                          <a:latin typeface="Yu Gothic"/>
                        </a:rPr>
                        <a:t>分布の順位棒＋注記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20" b="0">
                          <a:solidFill>
                            <a:srgbClr val="8A7B6B"/>
                          </a:solidFill>
                          <a:latin typeface="Yu Gothic"/>
                        </a:rPr>
                        <a:t>PPTX・HTML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20" b="0">
                          <a:solidFill>
                            <a:srgbClr val="8A7B6B"/>
                          </a:solidFill>
                          <a:latin typeface="Yu Gothic"/>
                        </a:rPr>
                        <a:t>P.22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/>
                      <a:r>
                        <a:rPr sz="819" b="1">
                          <a:solidFill>
                            <a:srgbClr val="5A3921"/>
                          </a:solidFill>
                          <a:latin typeface="Yu Mincho"/>
                        </a:rPr>
                        <a:t>B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322014"/>
                          </a:solidFill>
                          <a:latin typeface="Yu Gothic"/>
                        </a:rPr>
                        <a:t>注記つき散布図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20" b="0">
                          <a:solidFill>
                            <a:srgbClr val="8A7B6B"/>
                          </a:solidFill>
                          <a:latin typeface="Yu Gothic"/>
                        </a:rPr>
                        <a:t>PPTX・HTML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20" b="0">
                          <a:solidFill>
                            <a:srgbClr val="8A7B6B"/>
                          </a:solidFill>
                          <a:latin typeface="Yu Gothic"/>
                        </a:rPr>
                        <a:t>P.23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/>
                      <a:r>
                        <a:rPr sz="819" b="1">
                          <a:solidFill>
                            <a:srgbClr val="5A3921"/>
                          </a:solidFill>
                          <a:latin typeface="Yu Mincho"/>
                        </a:rPr>
                        <a:t>B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322014"/>
                          </a:solidFill>
                          <a:latin typeface="Yu Gothic"/>
                        </a:rPr>
                        <a:t>大型数値の対比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20" b="0">
                          <a:solidFill>
                            <a:srgbClr val="8A7B6B"/>
                          </a:solidFill>
                          <a:latin typeface="Yu Gothic"/>
                        </a:rPr>
                        <a:t>PPTX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20" b="0">
                          <a:solidFill>
                            <a:srgbClr val="8A7B6B"/>
                          </a:solidFill>
                          <a:latin typeface="Yu Gothic"/>
                        </a:rPr>
                        <a:t>P.24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/>
                      <a:r>
                        <a:rPr sz="819" b="1">
                          <a:solidFill>
                            <a:srgbClr val="5A3921"/>
                          </a:solidFill>
                          <a:latin typeface="Yu Mincho"/>
                        </a:rPr>
                        <a:t>B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322014"/>
                          </a:solidFill>
                          <a:latin typeface="Yu Gothic"/>
                        </a:rPr>
                        <a:t>KPI一覧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20" b="0">
                          <a:solidFill>
                            <a:srgbClr val="8A7B6B"/>
                          </a:solidFill>
                          <a:latin typeface="Yu Gothic"/>
                        </a:rPr>
                        <a:t>PPTX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20" b="0">
                          <a:solidFill>
                            <a:srgbClr val="8A7B6B"/>
                          </a:solidFill>
                          <a:latin typeface="Yu Gothic"/>
                        </a:rPr>
                        <a:t>P.25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4340352" y="1572768"/>
          <a:ext cx="3508248" cy="4032504"/>
        </p:xfrm>
        <a:graphic>
          <a:graphicData uri="http://schemas.openxmlformats.org/drawingml/2006/table">
            <a:tbl>
              <a:tblPr firstRow="0" bandRow="0"/>
              <a:tblGrid>
                <a:gridCol w="256032"/>
                <a:gridCol w="1926336"/>
                <a:gridCol w="868680"/>
                <a:gridCol w="457200"/>
              </a:tblGrid>
              <a:tr h="192024">
                <a:tc>
                  <a:txBody>
                    <a:bodyPr/>
                    <a:lstStyle/>
                    <a:p>
                      <a:pPr algn="l"/>
                      <a:r>
                        <a:rPr sz="819" b="1">
                          <a:solidFill>
                            <a:srgbClr val="5A3921"/>
                          </a:solidFill>
                          <a:latin typeface="Yu Mincho"/>
                        </a:rPr>
                        <a:t>B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322014"/>
                          </a:solidFill>
                          <a:latin typeface="Yu Gothic"/>
                        </a:rPr>
                        <a:t>大型数値の表＋読み取り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20" b="0">
                          <a:solidFill>
                            <a:srgbClr val="8A7B6B"/>
                          </a:solidFill>
                          <a:latin typeface="Yu Gothic"/>
                        </a:rPr>
                        <a:t>PPTX・HTML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20" b="0">
                          <a:solidFill>
                            <a:srgbClr val="8A7B6B"/>
                          </a:solidFill>
                          <a:latin typeface="Yu Gothic"/>
                        </a:rPr>
                        <a:t>P.26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/>
                      <a:r>
                        <a:rPr sz="819" b="1">
                          <a:solidFill>
                            <a:srgbClr val="5A3921"/>
                          </a:solidFill>
                          <a:latin typeface="Yu Mincho"/>
                        </a:rPr>
                        <a:t>C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322014"/>
                          </a:solidFill>
                          <a:latin typeface="Yu Gothic"/>
                        </a:rPr>
                        <a:t>選択肢の比較表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20" b="0">
                          <a:solidFill>
                            <a:srgbClr val="8A7B6B"/>
                          </a:solidFill>
                          <a:latin typeface="Yu Gothic"/>
                        </a:rPr>
                        <a:t>PPTX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20" b="0">
                          <a:solidFill>
                            <a:srgbClr val="8A7B6B"/>
                          </a:solidFill>
                          <a:latin typeface="Yu Gothic"/>
                        </a:rPr>
                        <a:t>P.28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/>
                      <a:r>
                        <a:rPr sz="819" b="1">
                          <a:solidFill>
                            <a:srgbClr val="5A3921"/>
                          </a:solidFill>
                          <a:latin typeface="Yu Mincho"/>
                        </a:rPr>
                        <a:t>C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322014"/>
                          </a:solidFill>
                          <a:latin typeface="Yu Gothic"/>
                        </a:rPr>
                        <a:t>シナリオ比較表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20" b="0">
                          <a:solidFill>
                            <a:srgbClr val="8A7B6B"/>
                          </a:solidFill>
                          <a:latin typeface="Yu Gothic"/>
                        </a:rPr>
                        <a:t>PPTX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20" b="0">
                          <a:solidFill>
                            <a:srgbClr val="8A7B6B"/>
                          </a:solidFill>
                          <a:latin typeface="Yu Gothic"/>
                        </a:rPr>
                        <a:t>P.29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/>
                      <a:r>
                        <a:rPr sz="819" b="1">
                          <a:solidFill>
                            <a:srgbClr val="5A3921"/>
                          </a:solidFill>
                          <a:latin typeface="Yu Mincho"/>
                        </a:rPr>
                        <a:t>C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322014"/>
                          </a:solidFill>
                          <a:latin typeface="Yu Gothic"/>
                        </a:rPr>
                        <a:t>リスク一覧表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20" b="0">
                          <a:solidFill>
                            <a:srgbClr val="8A7B6B"/>
                          </a:solidFill>
                          <a:latin typeface="Yu Gothic"/>
                        </a:rPr>
                        <a:t>PPTX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20" b="0">
                          <a:solidFill>
                            <a:srgbClr val="8A7B6B"/>
                          </a:solidFill>
                          <a:latin typeface="Yu Gothic"/>
                        </a:rPr>
                        <a:t>P.30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/>
                      <a:r>
                        <a:rPr sz="819" b="1">
                          <a:solidFill>
                            <a:srgbClr val="5A3921"/>
                          </a:solidFill>
                          <a:latin typeface="Yu Mincho"/>
                        </a:rPr>
                        <a:t>C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322014"/>
                          </a:solidFill>
                          <a:latin typeface="Yu Gothic"/>
                        </a:rPr>
                        <a:t>横軸評価表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20" b="0">
                          <a:solidFill>
                            <a:srgbClr val="8A7B6B"/>
                          </a:solidFill>
                          <a:latin typeface="Yu Gothic"/>
                        </a:rPr>
                        <a:t>PPTX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20" b="0">
                          <a:solidFill>
                            <a:srgbClr val="8A7B6B"/>
                          </a:solidFill>
                          <a:latin typeface="Yu Gothic"/>
                        </a:rPr>
                        <a:t>P.31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/>
                      <a:r>
                        <a:rPr sz="819" b="1">
                          <a:solidFill>
                            <a:srgbClr val="5A3921"/>
                          </a:solidFill>
                          <a:latin typeface="Yu Mincho"/>
                        </a:rPr>
                        <a:t>C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322014"/>
                          </a:solidFill>
                          <a:latin typeface="Yu Gothic"/>
                        </a:rPr>
                        <a:t>ヒートマップ表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20" b="0">
                          <a:solidFill>
                            <a:srgbClr val="8A7B6B"/>
                          </a:solidFill>
                          <a:latin typeface="Yu Gothic"/>
                        </a:rPr>
                        <a:t>PPTX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20" b="0">
                          <a:solidFill>
                            <a:srgbClr val="8A7B6B"/>
                          </a:solidFill>
                          <a:latin typeface="Yu Gothic"/>
                        </a:rPr>
                        <a:t>P.32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/>
                      <a:r>
                        <a:rPr sz="819" b="1">
                          <a:solidFill>
                            <a:srgbClr val="5A3921"/>
                          </a:solidFill>
                          <a:latin typeface="Yu Mincho"/>
                        </a:rPr>
                        <a:t>C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322014"/>
                          </a:solidFill>
                          <a:latin typeface="Yu Gothic"/>
                        </a:rPr>
                        <a:t>2×2マトリクス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20" b="0">
                          <a:solidFill>
                            <a:srgbClr val="8A7B6B"/>
                          </a:solidFill>
                          <a:latin typeface="Yu Gothic"/>
                        </a:rPr>
                        <a:t>PPTX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20" b="0">
                          <a:solidFill>
                            <a:srgbClr val="8A7B6B"/>
                          </a:solidFill>
                          <a:latin typeface="Yu Gothic"/>
                        </a:rPr>
                        <a:t>P.33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/>
                      <a:r>
                        <a:rPr sz="819" b="1">
                          <a:solidFill>
                            <a:srgbClr val="5A3921"/>
                          </a:solidFill>
                          <a:latin typeface="Yu Mincho"/>
                        </a:rPr>
                        <a:t>C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322014"/>
                          </a:solidFill>
                          <a:latin typeface="Yu Gothic"/>
                        </a:rPr>
                        <a:t>軸のある表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20" b="0">
                          <a:solidFill>
                            <a:srgbClr val="8A7B6B"/>
                          </a:solidFill>
                          <a:latin typeface="Yu Gothic"/>
                        </a:rPr>
                        <a:t>PPTX・HTML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20" b="0">
                          <a:solidFill>
                            <a:srgbClr val="8A7B6B"/>
                          </a:solidFill>
                          <a:latin typeface="Yu Gothic"/>
                        </a:rPr>
                        <a:t>P.34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/>
                      <a:r>
                        <a:rPr sz="819" b="1">
                          <a:solidFill>
                            <a:srgbClr val="5A3921"/>
                          </a:solidFill>
                          <a:latin typeface="Yu Mincho"/>
                        </a:rPr>
                        <a:t>C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322014"/>
                          </a:solidFill>
                          <a:latin typeface="Yu Gothic"/>
                        </a:rPr>
                        <a:t>充足度評価表（ハーベイボール）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20" b="0">
                          <a:solidFill>
                            <a:srgbClr val="8A7B6B"/>
                          </a:solidFill>
                          <a:latin typeface="Yu Gothic"/>
                        </a:rPr>
                        <a:t>PPTX・HTML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20" b="0">
                          <a:solidFill>
                            <a:srgbClr val="8A7B6B"/>
                          </a:solidFill>
                          <a:latin typeface="Yu Gothic"/>
                        </a:rPr>
                        <a:t>P.35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/>
                      <a:r>
                        <a:rPr sz="819" b="1">
                          <a:solidFill>
                            <a:srgbClr val="5A3921"/>
                          </a:solidFill>
                          <a:latin typeface="Yu Mincho"/>
                        </a:rPr>
                        <a:t>C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322014"/>
                          </a:solidFill>
                          <a:latin typeface="Yu Gothic"/>
                        </a:rPr>
                        <a:t>状態ヒートマップ＋右コメント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20" b="0">
                          <a:solidFill>
                            <a:srgbClr val="8A7B6B"/>
                          </a:solidFill>
                          <a:latin typeface="Yu Gothic"/>
                        </a:rPr>
                        <a:t>PPTX・HTML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20" b="0">
                          <a:solidFill>
                            <a:srgbClr val="8A7B6B"/>
                          </a:solidFill>
                          <a:latin typeface="Yu Gothic"/>
                        </a:rPr>
                        <a:t>P.36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/>
                      <a:r>
                        <a:rPr sz="819" b="1">
                          <a:solidFill>
                            <a:srgbClr val="5A3921"/>
                          </a:solidFill>
                          <a:latin typeface="Yu Mincho"/>
                        </a:rPr>
                        <a:t>C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322014"/>
                          </a:solidFill>
                          <a:latin typeface="Yu Gothic"/>
                        </a:rPr>
                        <a:t>打ち手の効果表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20" b="0">
                          <a:solidFill>
                            <a:srgbClr val="8A7B6B"/>
                          </a:solidFill>
                          <a:latin typeface="Yu Gothic"/>
                        </a:rPr>
                        <a:t>PPTX・HTML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20" b="0">
                          <a:solidFill>
                            <a:srgbClr val="8A7B6B"/>
                          </a:solidFill>
                          <a:latin typeface="Yu Gothic"/>
                        </a:rPr>
                        <a:t>P.37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/>
                      <a:r>
                        <a:rPr sz="819" b="1">
                          <a:solidFill>
                            <a:srgbClr val="5A3921"/>
                          </a:solidFill>
                          <a:latin typeface="Yu Mincho"/>
                        </a:rPr>
                        <a:t>C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322014"/>
                          </a:solidFill>
                          <a:latin typeface="Yu Gothic"/>
                        </a:rPr>
                        <a:t>進捗バブル行列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20" b="0">
                          <a:solidFill>
                            <a:srgbClr val="8A7B6B"/>
                          </a:solidFill>
                          <a:latin typeface="Yu Gothic"/>
                        </a:rPr>
                        <a:t>PPTX・HTML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20" b="0">
                          <a:solidFill>
                            <a:srgbClr val="8A7B6B"/>
                          </a:solidFill>
                          <a:latin typeface="Yu Gothic"/>
                        </a:rPr>
                        <a:t>P.38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/>
                      <a:r>
                        <a:rPr sz="819" b="1">
                          <a:solidFill>
                            <a:srgbClr val="5A3921"/>
                          </a:solidFill>
                          <a:latin typeface="Yu Mincho"/>
                        </a:rPr>
                        <a:t>C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322014"/>
                          </a:solidFill>
                          <a:latin typeface="Yu Gothic"/>
                        </a:rPr>
                        <a:t>割合のドットマトリクス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20" b="0">
                          <a:solidFill>
                            <a:srgbClr val="8A7B6B"/>
                          </a:solidFill>
                          <a:latin typeface="Yu Gothic"/>
                        </a:rPr>
                        <a:t>PPTX・HTML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20" b="0">
                          <a:solidFill>
                            <a:srgbClr val="8A7B6B"/>
                          </a:solidFill>
                          <a:latin typeface="Yu Gothic"/>
                        </a:rPr>
                        <a:t>P.39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/>
                      <a:r>
                        <a:rPr sz="819" b="1">
                          <a:solidFill>
                            <a:srgbClr val="5A3921"/>
                          </a:solidFill>
                          <a:latin typeface="Yu Mincho"/>
                        </a:rPr>
                        <a:t>D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322014"/>
                          </a:solidFill>
                          <a:latin typeface="Yu Gothic"/>
                        </a:rPr>
                        <a:t>主張パネル＋図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20" b="0">
                          <a:solidFill>
                            <a:srgbClr val="8A7B6B"/>
                          </a:solidFill>
                          <a:latin typeface="Yu Gothic"/>
                        </a:rPr>
                        <a:t>PPTX・HTML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20" b="0">
                          <a:solidFill>
                            <a:srgbClr val="8A7B6B"/>
                          </a:solidFill>
                          <a:latin typeface="Yu Gothic"/>
                        </a:rPr>
                        <a:t>P.41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/>
                      <a:r>
                        <a:rPr sz="819" b="1">
                          <a:solidFill>
                            <a:srgbClr val="5A3921"/>
                          </a:solidFill>
                          <a:latin typeface="Yu Mincho"/>
                        </a:rPr>
                        <a:t>D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322014"/>
                          </a:solidFill>
                          <a:latin typeface="Yu Gothic"/>
                        </a:rPr>
                        <a:t>プロセス×観点の行列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20" b="0">
                          <a:solidFill>
                            <a:srgbClr val="8A7B6B"/>
                          </a:solidFill>
                          <a:latin typeface="Yu Gothic"/>
                        </a:rPr>
                        <a:t>PPTX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20" b="0">
                          <a:solidFill>
                            <a:srgbClr val="8A7B6B"/>
                          </a:solidFill>
                          <a:latin typeface="Yu Gothic"/>
                        </a:rPr>
                        <a:t>P.42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/>
                      <a:r>
                        <a:rPr sz="819" b="1">
                          <a:solidFill>
                            <a:srgbClr val="5A3921"/>
                          </a:solidFill>
                          <a:latin typeface="Yu Mincho"/>
                        </a:rPr>
                        <a:t>D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322014"/>
                          </a:solidFill>
                          <a:latin typeface="Yu Gothic"/>
                        </a:rPr>
                        <a:t>入れ子行の行列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20" b="0">
                          <a:solidFill>
                            <a:srgbClr val="8A7B6B"/>
                          </a:solidFill>
                          <a:latin typeface="Yu Gothic"/>
                        </a:rPr>
                        <a:t>PPTX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20" b="0">
                          <a:solidFill>
                            <a:srgbClr val="8A7B6B"/>
                          </a:solidFill>
                          <a:latin typeface="Yu Gothic"/>
                        </a:rPr>
                        <a:t>P.43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/>
                      <a:r>
                        <a:rPr sz="819" b="1">
                          <a:solidFill>
                            <a:srgbClr val="5A3921"/>
                          </a:solidFill>
                          <a:latin typeface="Yu Mincho"/>
                        </a:rPr>
                        <a:t>D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322014"/>
                          </a:solidFill>
                          <a:latin typeface="Yu Gothic"/>
                        </a:rPr>
                        <a:t>時系列マトリクス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20" b="0">
                          <a:solidFill>
                            <a:srgbClr val="8A7B6B"/>
                          </a:solidFill>
                          <a:latin typeface="Yu Gothic"/>
                        </a:rPr>
                        <a:t>PPTX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20" b="0">
                          <a:solidFill>
                            <a:srgbClr val="8A7B6B"/>
                          </a:solidFill>
                          <a:latin typeface="Yu Gothic"/>
                        </a:rPr>
                        <a:t>P.44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/>
                      <a:r>
                        <a:rPr sz="819" b="1">
                          <a:solidFill>
                            <a:srgbClr val="5A3921"/>
                          </a:solidFill>
                          <a:latin typeface="Yu Mincho"/>
                        </a:rPr>
                        <a:t>D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322014"/>
                          </a:solidFill>
                          <a:latin typeface="Yu Gothic"/>
                        </a:rPr>
                        <a:t>イシューツリー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20" b="0">
                          <a:solidFill>
                            <a:srgbClr val="8A7B6B"/>
                          </a:solidFill>
                          <a:latin typeface="Yu Gothic"/>
                        </a:rPr>
                        <a:t>PPTX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20" b="0">
                          <a:solidFill>
                            <a:srgbClr val="8A7B6B"/>
                          </a:solidFill>
                          <a:latin typeface="Yu Gothic"/>
                        </a:rPr>
                        <a:t>P.45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/>
                      <a:r>
                        <a:rPr sz="819" b="1">
                          <a:solidFill>
                            <a:srgbClr val="5A3921"/>
                          </a:solidFill>
                          <a:latin typeface="Yu Mincho"/>
                        </a:rPr>
                        <a:t>D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322014"/>
                          </a:solidFill>
                          <a:latin typeface="Yu Gothic"/>
                        </a:rPr>
                        <a:t>Situation・Complication・Resolution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20" b="0">
                          <a:solidFill>
                            <a:srgbClr val="8A7B6B"/>
                          </a:solidFill>
                          <a:latin typeface="Yu Gothic"/>
                        </a:rPr>
                        <a:t>PPTX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20" b="0">
                          <a:solidFill>
                            <a:srgbClr val="8A7B6B"/>
                          </a:solidFill>
                          <a:latin typeface="Yu Gothic"/>
                        </a:rPr>
                        <a:t>P.46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/>
                      <a:r>
                        <a:rPr sz="819" b="1">
                          <a:solidFill>
                            <a:srgbClr val="5A3921"/>
                          </a:solidFill>
                          <a:latin typeface="Yu Mincho"/>
                        </a:rPr>
                        <a:t>D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322014"/>
                          </a:solidFill>
                          <a:latin typeface="Yu Gothic"/>
                        </a:rPr>
                        <a:t>課題と打ち手の対応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20" b="0">
                          <a:solidFill>
                            <a:srgbClr val="8A7B6B"/>
                          </a:solidFill>
                          <a:latin typeface="Yu Gothic"/>
                        </a:rPr>
                        <a:t>PPTX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20" b="0">
                          <a:solidFill>
                            <a:srgbClr val="8A7B6B"/>
                          </a:solidFill>
                          <a:latin typeface="Yu Gothic"/>
                        </a:rPr>
                        <a:t>P.47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/>
                      <a:r>
                        <a:rPr sz="819" b="1">
                          <a:solidFill>
                            <a:srgbClr val="5A3921"/>
                          </a:solidFill>
                          <a:latin typeface="Yu Mincho"/>
                        </a:rPr>
                        <a:t>D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322014"/>
                          </a:solidFill>
                          <a:latin typeface="Yu Gothic"/>
                        </a:rPr>
                        <a:t>課題と打ち手の2カラム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20" b="0">
                          <a:solidFill>
                            <a:srgbClr val="8A7B6B"/>
                          </a:solidFill>
                          <a:latin typeface="Yu Gothic"/>
                        </a:rPr>
                        <a:t>PPTX・HTML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20" b="0">
                          <a:solidFill>
                            <a:srgbClr val="8A7B6B"/>
                          </a:solidFill>
                          <a:latin typeface="Yu Gothic"/>
                        </a:rPr>
                        <a:t>P.48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8104632" y="1572768"/>
          <a:ext cx="3508248" cy="4032504"/>
        </p:xfrm>
        <a:graphic>
          <a:graphicData uri="http://schemas.openxmlformats.org/drawingml/2006/table">
            <a:tbl>
              <a:tblPr firstRow="0" bandRow="0"/>
              <a:tblGrid>
                <a:gridCol w="256032"/>
                <a:gridCol w="1926336"/>
                <a:gridCol w="868680"/>
                <a:gridCol w="457200"/>
              </a:tblGrid>
              <a:tr h="192024">
                <a:tc>
                  <a:txBody>
                    <a:bodyPr/>
                    <a:lstStyle/>
                    <a:p>
                      <a:pPr algn="l"/>
                      <a:r>
                        <a:rPr sz="819" b="1">
                          <a:solidFill>
                            <a:srgbClr val="5A3921"/>
                          </a:solidFill>
                          <a:latin typeface="Yu Mincho"/>
                        </a:rPr>
                        <a:t>D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322014"/>
                          </a:solidFill>
                          <a:latin typeface="Yu Gothic"/>
                        </a:rPr>
                        <a:t>課題→原因→解決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20" b="0">
                          <a:solidFill>
                            <a:srgbClr val="8A7B6B"/>
                          </a:solidFill>
                          <a:latin typeface="Yu Gothic"/>
                        </a:rPr>
                        <a:t>PPTX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20" b="0">
                          <a:solidFill>
                            <a:srgbClr val="8A7B6B"/>
                          </a:solidFill>
                          <a:latin typeface="Yu Gothic"/>
                        </a:rPr>
                        <a:t>P.49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/>
                      <a:r>
                        <a:rPr sz="819" b="1">
                          <a:solidFill>
                            <a:srgbClr val="5A3921"/>
                          </a:solidFill>
                          <a:latin typeface="Yu Mincho"/>
                        </a:rPr>
                        <a:t>D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322014"/>
                          </a:solidFill>
                          <a:latin typeface="Yu Gothic"/>
                        </a:rPr>
                        <a:t>現状と目指す姿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20" b="0">
                          <a:solidFill>
                            <a:srgbClr val="8A7B6B"/>
                          </a:solidFill>
                          <a:latin typeface="Yu Gothic"/>
                        </a:rPr>
                        <a:t>PPTX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20" b="0">
                          <a:solidFill>
                            <a:srgbClr val="8A7B6B"/>
                          </a:solidFill>
                          <a:latin typeface="Yu Gothic"/>
                        </a:rPr>
                        <a:t>P.50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/>
                      <a:r>
                        <a:rPr sz="819" b="1">
                          <a:solidFill>
                            <a:srgbClr val="5A3921"/>
                          </a:solidFill>
                          <a:latin typeface="Yu Mincho"/>
                        </a:rPr>
                        <a:t>D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322014"/>
                          </a:solidFill>
                          <a:latin typeface="Yu Gothic"/>
                        </a:rPr>
                        <a:t>計算ロジックの流れ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20" b="0">
                          <a:solidFill>
                            <a:srgbClr val="8A7B6B"/>
                          </a:solidFill>
                          <a:latin typeface="Yu Gothic"/>
                        </a:rPr>
                        <a:t>PPTX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20" b="0">
                          <a:solidFill>
                            <a:srgbClr val="8A7B6B"/>
                          </a:solidFill>
                          <a:latin typeface="Yu Gothic"/>
                        </a:rPr>
                        <a:t>P.51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/>
                      <a:r>
                        <a:rPr sz="819" b="1">
                          <a:solidFill>
                            <a:srgbClr val="5A3921"/>
                          </a:solidFill>
                          <a:latin typeface="Yu Mincho"/>
                        </a:rPr>
                        <a:t>D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322014"/>
                          </a:solidFill>
                          <a:latin typeface="Yu Gothic"/>
                        </a:rPr>
                        <a:t>柱＋土台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20" b="0">
                          <a:solidFill>
                            <a:srgbClr val="8A7B6B"/>
                          </a:solidFill>
                          <a:latin typeface="Yu Gothic"/>
                        </a:rPr>
                        <a:t>PPTX・HTML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20" b="0">
                          <a:solidFill>
                            <a:srgbClr val="8A7B6B"/>
                          </a:solidFill>
                          <a:latin typeface="Yu Gothic"/>
                        </a:rPr>
                        <a:t>P.52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/>
                      <a:r>
                        <a:rPr sz="819" b="1">
                          <a:solidFill>
                            <a:srgbClr val="5A3921"/>
                          </a:solidFill>
                          <a:latin typeface="Yu Mincho"/>
                        </a:rPr>
                        <a:t>D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322014"/>
                          </a:solidFill>
                          <a:latin typeface="Yu Gothic"/>
                        </a:rPr>
                        <a:t>対向シェブロン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20" b="0">
                          <a:solidFill>
                            <a:srgbClr val="8A7B6B"/>
                          </a:solidFill>
                          <a:latin typeface="Yu Gothic"/>
                        </a:rPr>
                        <a:t>PPTX・HTML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20" b="0">
                          <a:solidFill>
                            <a:srgbClr val="8A7B6B"/>
                          </a:solidFill>
                          <a:latin typeface="Yu Gothic"/>
                        </a:rPr>
                        <a:t>P.53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/>
                      <a:r>
                        <a:rPr sz="819" b="1">
                          <a:solidFill>
                            <a:srgbClr val="5A3921"/>
                          </a:solidFill>
                          <a:latin typeface="Yu Mincho"/>
                        </a:rPr>
                        <a:t>E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322014"/>
                          </a:solidFill>
                          <a:latin typeface="Yu Gothic"/>
                        </a:rPr>
                        <a:t>プロセスの段階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20" b="0">
                          <a:solidFill>
                            <a:srgbClr val="8A7B6B"/>
                          </a:solidFill>
                          <a:latin typeface="Yu Gothic"/>
                        </a:rPr>
                        <a:t>PPTX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20" b="0">
                          <a:solidFill>
                            <a:srgbClr val="8A7B6B"/>
                          </a:solidFill>
                          <a:latin typeface="Yu Gothic"/>
                        </a:rPr>
                        <a:t>P.55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/>
                      <a:r>
                        <a:rPr sz="819" b="1">
                          <a:solidFill>
                            <a:srgbClr val="5A3921"/>
                          </a:solidFill>
                          <a:latin typeface="Yu Mincho"/>
                        </a:rPr>
                        <a:t>E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322014"/>
                          </a:solidFill>
                          <a:latin typeface="Yu Gothic"/>
                        </a:rPr>
                        <a:t>循環サイクル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20" b="0">
                          <a:solidFill>
                            <a:srgbClr val="8A7B6B"/>
                          </a:solidFill>
                          <a:latin typeface="Yu Gothic"/>
                        </a:rPr>
                        <a:t>PPTX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20" b="0">
                          <a:solidFill>
                            <a:srgbClr val="8A7B6B"/>
                          </a:solidFill>
                          <a:latin typeface="Yu Gothic"/>
                        </a:rPr>
                        <a:t>P.56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/>
                      <a:r>
                        <a:rPr sz="819" b="1">
                          <a:solidFill>
                            <a:srgbClr val="5A3921"/>
                          </a:solidFill>
                          <a:latin typeface="Yu Mincho"/>
                        </a:rPr>
                        <a:t>E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322014"/>
                          </a:solidFill>
                          <a:latin typeface="Yu Gothic"/>
                        </a:rPr>
                        <a:t>矢羽の段階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20" b="0">
                          <a:solidFill>
                            <a:srgbClr val="8A7B6B"/>
                          </a:solidFill>
                          <a:latin typeface="Yu Gothic"/>
                        </a:rPr>
                        <a:t>PPTX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20" b="0">
                          <a:solidFill>
                            <a:srgbClr val="8A7B6B"/>
                          </a:solidFill>
                          <a:latin typeface="Yu Gothic"/>
                        </a:rPr>
                        <a:t>P.57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/>
                      <a:r>
                        <a:rPr sz="819" b="1">
                          <a:solidFill>
                            <a:srgbClr val="5A3921"/>
                          </a:solidFill>
                          <a:latin typeface="Yu Mincho"/>
                        </a:rPr>
                        <a:t>E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322014"/>
                          </a:solidFill>
                          <a:latin typeface="Yu Gothic"/>
                        </a:rPr>
                        <a:t>矢羽（プロセス・変遷）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20" b="0">
                          <a:solidFill>
                            <a:srgbClr val="8A7B6B"/>
                          </a:solidFill>
                          <a:latin typeface="Yu Gothic"/>
                        </a:rPr>
                        <a:t>PPTX・HTML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20" b="0">
                          <a:solidFill>
                            <a:srgbClr val="8A7B6B"/>
                          </a:solidFill>
                          <a:latin typeface="Yu Gothic"/>
                        </a:rPr>
                        <a:t>P.58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/>
                      <a:r>
                        <a:rPr sz="819" b="1">
                          <a:solidFill>
                            <a:srgbClr val="5A3921"/>
                          </a:solidFill>
                          <a:latin typeface="Yu Mincho"/>
                        </a:rPr>
                        <a:t>E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322014"/>
                          </a:solidFill>
                          <a:latin typeface="Yu Gothic"/>
                        </a:rPr>
                        <a:t>バリューチェーン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20" b="0">
                          <a:solidFill>
                            <a:srgbClr val="8A7B6B"/>
                          </a:solidFill>
                          <a:latin typeface="Yu Gothic"/>
                        </a:rPr>
                        <a:t>PPTX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20" b="0">
                          <a:solidFill>
                            <a:srgbClr val="8A7B6B"/>
                          </a:solidFill>
                          <a:latin typeface="Yu Gothic"/>
                        </a:rPr>
                        <a:t>P.59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/>
                      <a:r>
                        <a:rPr sz="819" b="1">
                          <a:solidFill>
                            <a:srgbClr val="5A3921"/>
                          </a:solidFill>
                          <a:latin typeface="Yu Mincho"/>
                        </a:rPr>
                        <a:t>E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322014"/>
                          </a:solidFill>
                          <a:latin typeface="Yu Gothic"/>
                        </a:rPr>
                        <a:t>分岐と判断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20" b="0">
                          <a:solidFill>
                            <a:srgbClr val="8A7B6B"/>
                          </a:solidFill>
                          <a:latin typeface="Yu Gothic"/>
                        </a:rPr>
                        <a:t>PPTX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20" b="0">
                          <a:solidFill>
                            <a:srgbClr val="8A7B6B"/>
                          </a:solidFill>
                          <a:latin typeface="Yu Gothic"/>
                        </a:rPr>
                        <a:t>P.60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/>
                      <a:r>
                        <a:rPr sz="819" b="1">
                          <a:solidFill>
                            <a:srgbClr val="5A3921"/>
                          </a:solidFill>
                          <a:latin typeface="Yu Mincho"/>
                        </a:rPr>
                        <a:t>E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322014"/>
                          </a:solidFill>
                          <a:latin typeface="Yu Gothic"/>
                        </a:rPr>
                        <a:t>前提→帰結の2カラム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20" b="0">
                          <a:solidFill>
                            <a:srgbClr val="8A7B6B"/>
                          </a:solidFill>
                          <a:latin typeface="Yu Gothic"/>
                        </a:rPr>
                        <a:t>PPTX・HTML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20" b="0">
                          <a:solidFill>
                            <a:srgbClr val="8A7B6B"/>
                          </a:solidFill>
                          <a:latin typeface="Yu Gothic"/>
                        </a:rPr>
                        <a:t>P.61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/>
                      <a:r>
                        <a:rPr sz="819" b="1">
                          <a:solidFill>
                            <a:srgbClr val="5A3921"/>
                          </a:solidFill>
                          <a:latin typeface="Yu Mincho"/>
                        </a:rPr>
                        <a:t>E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322014"/>
                          </a:solidFill>
                          <a:latin typeface="Yu Gothic"/>
                        </a:rPr>
                        <a:t>ロードマップ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20" b="0">
                          <a:solidFill>
                            <a:srgbClr val="8A7B6B"/>
                          </a:solidFill>
                          <a:latin typeface="Yu Gothic"/>
                        </a:rPr>
                        <a:t>PPTX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20" b="0">
                          <a:solidFill>
                            <a:srgbClr val="8A7B6B"/>
                          </a:solidFill>
                          <a:latin typeface="Yu Gothic"/>
                        </a:rPr>
                        <a:t>P.62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/>
                      <a:r>
                        <a:rPr sz="819" b="1">
                          <a:solidFill>
                            <a:srgbClr val="5A3921"/>
                          </a:solidFill>
                          <a:latin typeface="Yu Mincho"/>
                        </a:rPr>
                        <a:t>E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322014"/>
                          </a:solidFill>
                          <a:latin typeface="Yu Gothic"/>
                        </a:rPr>
                        <a:t>ガントチャート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20" b="0">
                          <a:solidFill>
                            <a:srgbClr val="8A7B6B"/>
                          </a:solidFill>
                          <a:latin typeface="Yu Gothic"/>
                        </a:rPr>
                        <a:t>PPTX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20" b="0">
                          <a:solidFill>
                            <a:srgbClr val="8A7B6B"/>
                          </a:solidFill>
                          <a:latin typeface="Yu Gothic"/>
                        </a:rPr>
                        <a:t>P.63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/>
                      <a:r>
                        <a:rPr sz="819" b="1">
                          <a:solidFill>
                            <a:srgbClr val="5A3921"/>
                          </a:solidFill>
                          <a:latin typeface="Yu Mincho"/>
                        </a:rPr>
                        <a:t>F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322014"/>
                          </a:solidFill>
                          <a:latin typeface="Yu Gothic"/>
                        </a:rPr>
                        <a:t>テーマカード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20" b="0">
                          <a:solidFill>
                            <a:srgbClr val="8A7B6B"/>
                          </a:solidFill>
                          <a:latin typeface="Yu Gothic"/>
                        </a:rPr>
                        <a:t>PPTX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20" b="0">
                          <a:solidFill>
                            <a:srgbClr val="8A7B6B"/>
                          </a:solidFill>
                          <a:latin typeface="Yu Gothic"/>
                        </a:rPr>
                        <a:t>P.65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/>
                      <a:r>
                        <a:rPr sz="819" b="1">
                          <a:solidFill>
                            <a:srgbClr val="5A3921"/>
                          </a:solidFill>
                          <a:latin typeface="Yu Mincho"/>
                        </a:rPr>
                        <a:t>F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322014"/>
                          </a:solidFill>
                          <a:latin typeface="Yu Gothic"/>
                        </a:rPr>
                        <a:t>提言の柱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20" b="0">
                          <a:solidFill>
                            <a:srgbClr val="8A7B6B"/>
                          </a:solidFill>
                          <a:latin typeface="Yu Gothic"/>
                        </a:rPr>
                        <a:t>PPTX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20" b="0">
                          <a:solidFill>
                            <a:srgbClr val="8A7B6B"/>
                          </a:solidFill>
                          <a:latin typeface="Yu Gothic"/>
                        </a:rPr>
                        <a:t>P.66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/>
                      <a:r>
                        <a:rPr sz="819" b="1">
                          <a:solidFill>
                            <a:srgbClr val="5A3921"/>
                          </a:solidFill>
                          <a:latin typeface="Yu Mincho"/>
                        </a:rPr>
                        <a:t>F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322014"/>
                          </a:solidFill>
                          <a:latin typeface="Yu Gothic"/>
                        </a:rPr>
                        <a:t>番号つき打ち手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20" b="0">
                          <a:solidFill>
                            <a:srgbClr val="8A7B6B"/>
                          </a:solidFill>
                          <a:latin typeface="Yu Gothic"/>
                        </a:rPr>
                        <a:t>PPTX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20" b="0">
                          <a:solidFill>
                            <a:srgbClr val="8A7B6B"/>
                          </a:solidFill>
                          <a:latin typeface="Yu Gothic"/>
                        </a:rPr>
                        <a:t>P.67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/>
                      <a:r>
                        <a:rPr sz="819" b="1">
                          <a:solidFill>
                            <a:srgbClr val="5A3921"/>
                          </a:solidFill>
                          <a:latin typeface="Yu Mincho"/>
                        </a:rPr>
                        <a:t>F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322014"/>
                          </a:solidFill>
                          <a:latin typeface="Yu Gothic"/>
                        </a:rPr>
                        <a:t>並列カード 2×2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20" b="0">
                          <a:solidFill>
                            <a:srgbClr val="8A7B6B"/>
                          </a:solidFill>
                          <a:latin typeface="Yu Gothic"/>
                        </a:rPr>
                        <a:t>PPTX・HTML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20" b="0">
                          <a:solidFill>
                            <a:srgbClr val="8A7B6B"/>
                          </a:solidFill>
                          <a:latin typeface="Yu Gothic"/>
                        </a:rPr>
                        <a:t>P.68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/>
                      <a:r>
                        <a:rPr sz="819" b="1">
                          <a:solidFill>
                            <a:srgbClr val="5A3921"/>
                          </a:solidFill>
                          <a:latin typeface="Yu Mincho"/>
                        </a:rPr>
                        <a:t>F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322014"/>
                          </a:solidFill>
                          <a:latin typeface="Yu Gothic"/>
                        </a:rPr>
                        <a:t>外部動向の根拠グリッド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20" b="0">
                          <a:solidFill>
                            <a:srgbClr val="8A7B6B"/>
                          </a:solidFill>
                          <a:latin typeface="Yu Gothic"/>
                        </a:rPr>
                        <a:t>PPTX・HTML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20" b="0">
                          <a:solidFill>
                            <a:srgbClr val="8A7B6B"/>
                          </a:solidFill>
                          <a:latin typeface="Yu Gothic"/>
                        </a:rPr>
                        <a:t>P.69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/>
                      <a:r>
                        <a:rPr sz="819" b="1">
                          <a:solidFill>
                            <a:srgbClr val="5A3921"/>
                          </a:solidFill>
                          <a:latin typeface="Yu Mincho"/>
                        </a:rPr>
                        <a:t>F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322014"/>
                          </a:solidFill>
                          <a:latin typeface="Yu Gothic"/>
                        </a:rPr>
                        <a:t>意思決定ページ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20" b="0">
                          <a:solidFill>
                            <a:srgbClr val="8A7B6B"/>
                          </a:solidFill>
                          <a:latin typeface="Yu Gothic"/>
                        </a:rPr>
                        <a:t>PPTX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20" b="0">
                          <a:solidFill>
                            <a:srgbClr val="8A7B6B"/>
                          </a:solidFill>
                          <a:latin typeface="Yu Gothic"/>
                        </a:rPr>
                        <a:t>P.70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/>
                      <a:r>
                        <a:rPr sz="819" b="1">
                          <a:solidFill>
                            <a:srgbClr val="5A3921"/>
                          </a:solidFill>
                          <a:latin typeface="Yu Mincho"/>
                        </a:rPr>
                        <a:t/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322014"/>
                          </a:solidFill>
                          <a:latin typeface="Yu Gothic"/>
                        </a:rPr>
                        <a:t/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20" b="0">
                          <a:solidFill>
                            <a:srgbClr val="8A7B6B"/>
                          </a:solidFill>
                          <a:latin typeface="Yu Gothic"/>
                        </a:rPr>
                        <a:t/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20" b="0">
                          <a:solidFill>
                            <a:srgbClr val="8A7B6B"/>
                          </a:solidFill>
                          <a:latin typeface="Yu Gothic"/>
                        </a:rPr>
                        <a:t/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320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スライド型カタログ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043623" y="4114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76072" y="784555"/>
            <a:ext cx="11039551" cy="0"/>
          </a:xfrm>
          <a:prstGeom prst="line">
            <a:avLst/>
          </a:prstGeom>
          <a:noFill/>
          <a:ln w="13970">
            <a:solidFill>
              <a:srgbClr val="32201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76072" y="2869200"/>
            <a:ext cx="7920000" cy="23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300" kern="0" dirty="0">
                <a:solidFill>
                  <a:srgbClr val="5A3921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76072" y="3337200"/>
            <a:ext cx="7920000" cy="46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枠組み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76072" y="3949200"/>
            <a:ext cx="7920000" cy="288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A392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資料の器をつくる（表紙・全体像・目次・章扉・土台・裏表紙）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76072" y="6245352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576072" y="6483096"/>
            <a:ext cx="11039551" cy="0"/>
          </a:xfrm>
          <a:prstGeom prst="line">
            <a:avLst/>
          </a:prstGeom>
          <a:noFill/>
          <a:ln w="8890">
            <a:solidFill>
              <a:srgbClr val="E2DCD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6072" y="65653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スライド型カタログ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1249863" y="65653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320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スライド型カタログ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043623" y="4114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パーツ01｜表紙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76072" y="784555"/>
            <a:ext cx="11039551" cy="0"/>
          </a:xfrm>
          <a:prstGeom prst="line">
            <a:avLst/>
          </a:prstGeom>
          <a:noFill/>
          <a:ln w="13970">
            <a:solidFill>
              <a:srgbClr val="322014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76072" y="2221200"/>
            <a:ext cx="7920000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Text 1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576072" y="3049200"/>
            <a:ext cx="1152000" cy="36000"/>
          </a:xfrm>
          <a:prstGeom prst="rect">
            <a:avLst/>
          </a:prstGeom>
          <a:solidFill>
            <a:srgbClr val="5A3921"/>
          </a:solidFill>
          <a:ln w="12700">
            <a:solidFill>
              <a:srgbClr val="5A3921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76072" y="3337200"/>
            <a:ext cx="7920000" cy="32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5A3921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ラベル 1：Text 2に基づく整理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76072" y="6245352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576072" y="6483096"/>
            <a:ext cx="11039551" cy="0"/>
          </a:xfrm>
          <a:prstGeom prst="line">
            <a:avLst/>
          </a:prstGeom>
          <a:noFill/>
          <a:ln w="8890">
            <a:solidFill>
              <a:srgbClr val="E2DCD2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576072" y="65653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スライド型カタログ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1249863" y="65653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750" dirty="0"/>
          </a:p>
        </p:txBody>
      </p:sp>
      <p:sp>
        <p:nvSpPr>
          <p:cNvPr id="12" name="TextBox 11"/>
          <p:cNvSpPr txBox="1"/>
          <p:nvPr/>
        </p:nvSpPr>
        <p:spPr>
          <a:xfrm>
            <a:off x="10015423" y="6565392"/>
            <a:ext cx="11887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50" b="0">
                <a:solidFill>
                  <a:srgbClr val="8A7B6B"/>
                </a:solidFill>
                <a:latin typeface="Yu Gothic"/>
              </a:rPr>
              <a:t>PPTX・HTML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320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スライド型カタログ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043623" y="4114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パーツ02｜全体マップ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76072" y="784555"/>
            <a:ext cx="11039551" cy="0"/>
          </a:xfrm>
          <a:prstGeom prst="line">
            <a:avLst/>
          </a:prstGeom>
          <a:noFill/>
          <a:ln w="13970">
            <a:solidFill>
              <a:srgbClr val="322014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76072" y="914400"/>
            <a:ext cx="1103955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全体マップ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76072" y="6245352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出典：Source 1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76072" y="6483096"/>
            <a:ext cx="11039551" cy="0"/>
          </a:xfrm>
          <a:prstGeom prst="line">
            <a:avLst/>
          </a:prstGeom>
          <a:noFill/>
          <a:ln w="8890">
            <a:solidFill>
              <a:srgbClr val="E2DCD2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76072" y="65653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スライド型カタログ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249863" y="65653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76072" y="1572768"/>
            <a:ext cx="1584000" cy="114985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5A3921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ラベル 1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376072" y="1572768"/>
            <a:ext cx="8416591" cy="114985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1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0792663" y="1572768"/>
            <a:ext cx="822960" cy="114985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A392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 P.3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576072" y="2722626"/>
            <a:ext cx="11039551" cy="0"/>
          </a:xfrm>
          <a:prstGeom prst="line">
            <a:avLst/>
          </a:prstGeom>
          <a:noFill/>
          <a:ln w="9525">
            <a:solidFill>
              <a:srgbClr val="E2DCD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6072" y="2722626"/>
            <a:ext cx="1584000" cy="114985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5A3921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ラベル 2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376072" y="2722626"/>
            <a:ext cx="8416591" cy="114985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2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0792663" y="2722626"/>
            <a:ext cx="822960" cy="114985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A392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 P.4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576072" y="3872484"/>
            <a:ext cx="11039551" cy="0"/>
          </a:xfrm>
          <a:prstGeom prst="line">
            <a:avLst/>
          </a:prstGeom>
          <a:noFill/>
          <a:ln w="9525">
            <a:solidFill>
              <a:srgbClr val="E2DCD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6072" y="3872484"/>
            <a:ext cx="1584000" cy="114985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5A3921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ラベル 3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2376072" y="3872484"/>
            <a:ext cx="8416591" cy="114985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3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0792663" y="3872484"/>
            <a:ext cx="822960" cy="114985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A392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 P.5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576072" y="5022342"/>
            <a:ext cx="11039551" cy="0"/>
          </a:xfrm>
          <a:prstGeom prst="line">
            <a:avLst/>
          </a:prstGeom>
          <a:noFill/>
          <a:ln w="9525">
            <a:solidFill>
              <a:srgbClr val="E2DCD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76072" y="5022342"/>
            <a:ext cx="1584000" cy="114985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5A3921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ラベル 4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2376072" y="5022342"/>
            <a:ext cx="8416591" cy="114985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4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0792663" y="5022342"/>
            <a:ext cx="822960" cy="114985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A392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 P.6</a:t>
            </a:r>
            <a:endParaRPr lang="en-US" sz="800" dirty="0"/>
          </a:p>
        </p:txBody>
      </p:sp>
      <p:sp>
        <p:nvSpPr>
          <p:cNvPr id="25" name="TextBox 24"/>
          <p:cNvSpPr txBox="1"/>
          <p:nvPr/>
        </p:nvSpPr>
        <p:spPr>
          <a:xfrm>
            <a:off x="10015423" y="6565392"/>
            <a:ext cx="11887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50" b="0">
                <a:solidFill>
                  <a:srgbClr val="8A7B6B"/>
                </a:solidFill>
                <a:latin typeface="Yu Gothic"/>
              </a:rPr>
              <a:t>PPTX・HTML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320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スライド型カタログ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043623" y="4114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パーツ03｜目次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76072" y="784555"/>
            <a:ext cx="11039551" cy="0"/>
          </a:xfrm>
          <a:prstGeom prst="line">
            <a:avLst/>
          </a:prstGeom>
          <a:noFill/>
          <a:ln w="13970">
            <a:solidFill>
              <a:srgbClr val="322014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76072" y="914400"/>
            <a:ext cx="1103955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目次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76072" y="6245352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76072" y="6483096"/>
            <a:ext cx="11039551" cy="0"/>
          </a:xfrm>
          <a:prstGeom prst="line">
            <a:avLst/>
          </a:prstGeom>
          <a:noFill/>
          <a:ln w="8890">
            <a:solidFill>
              <a:srgbClr val="E2DCD2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76072" y="65653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スライド型カタログ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249863" y="65653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76072" y="1716768"/>
            <a:ext cx="504000" cy="79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5A3921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01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1224072" y="1716768"/>
            <a:ext cx="9743551" cy="79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 1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1111623" y="1716768"/>
            <a:ext cx="504000" cy="79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P.3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76072" y="2508768"/>
            <a:ext cx="11039551" cy="0"/>
          </a:xfrm>
          <a:prstGeom prst="line">
            <a:avLst/>
          </a:prstGeom>
          <a:noFill/>
          <a:ln w="9525">
            <a:solidFill>
              <a:srgbClr val="E2DCD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6072" y="2508768"/>
            <a:ext cx="504000" cy="79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5A3921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02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1224072" y="2508768"/>
            <a:ext cx="9743551" cy="79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 2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1111623" y="2508768"/>
            <a:ext cx="504000" cy="79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P.6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76072" y="3300768"/>
            <a:ext cx="11039551" cy="0"/>
          </a:xfrm>
          <a:prstGeom prst="line">
            <a:avLst/>
          </a:prstGeom>
          <a:noFill/>
          <a:ln w="9525">
            <a:solidFill>
              <a:srgbClr val="E2DCD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6072" y="3300768"/>
            <a:ext cx="504000" cy="79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5A3921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03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1224072" y="3300768"/>
            <a:ext cx="9743551" cy="79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 3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11111623" y="3300768"/>
            <a:ext cx="504000" cy="79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P.9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76072" y="4092768"/>
            <a:ext cx="11039551" cy="0"/>
          </a:xfrm>
          <a:prstGeom prst="line">
            <a:avLst/>
          </a:prstGeom>
          <a:noFill/>
          <a:ln w="9525">
            <a:solidFill>
              <a:srgbClr val="E2DCD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76072" y="4092768"/>
            <a:ext cx="504000" cy="79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5A3921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04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1224072" y="4092768"/>
            <a:ext cx="9743551" cy="79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 4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11111623" y="4092768"/>
            <a:ext cx="504000" cy="79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P.12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76072" y="4884768"/>
            <a:ext cx="11039551" cy="0"/>
          </a:xfrm>
          <a:prstGeom prst="line">
            <a:avLst/>
          </a:prstGeom>
          <a:noFill/>
          <a:ln w="9525">
            <a:solidFill>
              <a:srgbClr val="E2DCD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76072" y="4884768"/>
            <a:ext cx="504000" cy="79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5A3921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05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1224072" y="4884768"/>
            <a:ext cx="9743551" cy="79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 5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11111623" y="4884768"/>
            <a:ext cx="504000" cy="79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P.15</a:t>
            </a:r>
            <a:endParaRPr lang="en-US" sz="900" dirty="0"/>
          </a:p>
        </p:txBody>
      </p:sp>
      <p:sp>
        <p:nvSpPr>
          <p:cNvPr id="29" name="TextBox 28"/>
          <p:cNvSpPr txBox="1"/>
          <p:nvPr/>
        </p:nvSpPr>
        <p:spPr>
          <a:xfrm>
            <a:off x="10015423" y="6565392"/>
            <a:ext cx="11887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50" b="0">
                <a:solidFill>
                  <a:srgbClr val="8A7B6B"/>
                </a:solidFill>
                <a:latin typeface="Yu Gothic"/>
              </a:rPr>
              <a:t>PPTX・HTML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320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スライド型カタログ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043623" y="4114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パーツ04｜章扉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76072" y="784555"/>
            <a:ext cx="11039551" cy="0"/>
          </a:xfrm>
          <a:prstGeom prst="line">
            <a:avLst/>
          </a:prstGeom>
          <a:noFill/>
          <a:ln w="13970">
            <a:solidFill>
              <a:srgbClr val="322014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76072" y="2869200"/>
            <a:ext cx="7920000" cy="23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300" kern="0" dirty="0">
                <a:solidFill>
                  <a:srgbClr val="5A3921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ラベル 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76072" y="3337200"/>
            <a:ext cx="7920000" cy="46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Text 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76072" y="6245352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576072" y="6483096"/>
            <a:ext cx="11039551" cy="0"/>
          </a:xfrm>
          <a:prstGeom prst="line">
            <a:avLst/>
          </a:prstGeom>
          <a:noFill/>
          <a:ln w="8890">
            <a:solidFill>
              <a:srgbClr val="E2DCD2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76072" y="65653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スライド型カタログ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1249863" y="65653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</a:t>
            </a:r>
            <a:endParaRPr lang="en-US" sz="750" dirty="0"/>
          </a:p>
        </p:txBody>
      </p:sp>
      <p:sp>
        <p:nvSpPr>
          <p:cNvPr id="11" name="TextBox 10"/>
          <p:cNvSpPr txBox="1"/>
          <p:nvPr/>
        </p:nvSpPr>
        <p:spPr>
          <a:xfrm>
            <a:off x="10015423" y="6565392"/>
            <a:ext cx="11887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50" b="0">
                <a:solidFill>
                  <a:srgbClr val="8A7B6B"/>
                </a:solidFill>
                <a:latin typeface="Yu Gothic"/>
              </a:rPr>
              <a:t>PPTX・HTML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320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スライド型カタログ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043623" y="4114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パーツ27｜セパレーター（章扉＝アジェンダ再掲）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76072" y="784555"/>
            <a:ext cx="11039551" cy="0"/>
          </a:xfrm>
          <a:prstGeom prst="line">
            <a:avLst/>
          </a:prstGeom>
          <a:noFill/>
          <a:ln w="13970">
            <a:solidFill>
              <a:srgbClr val="322014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76072" y="914400"/>
            <a:ext cx="1103955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セパレーター（章扉＝アジェンダ再掲）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76072" y="6245352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76072" y="6483096"/>
            <a:ext cx="11039551" cy="0"/>
          </a:xfrm>
          <a:prstGeom prst="line">
            <a:avLst/>
          </a:prstGeom>
          <a:noFill/>
          <a:ln w="8890">
            <a:solidFill>
              <a:srgbClr val="E2DCD2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76072" y="65653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スライド型カタログ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249863" y="65653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76072" y="2535084"/>
            <a:ext cx="504000" cy="655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8A7B6B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01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60072" y="2535084"/>
            <a:ext cx="9599551" cy="655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A7B6B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ラベル 1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039623" y="2535084"/>
            <a:ext cx="576000" cy="655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P.4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76072" y="3190284"/>
            <a:ext cx="11039551" cy="0"/>
          </a:xfrm>
          <a:prstGeom prst="line">
            <a:avLst/>
          </a:prstGeom>
          <a:noFill/>
          <a:ln w="9525">
            <a:solidFill>
              <a:srgbClr val="E2DCD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6072" y="3190284"/>
            <a:ext cx="504000" cy="70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5A3921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02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260072" y="3190284"/>
            <a:ext cx="9599551" cy="70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ラベル 2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1039623" y="3190284"/>
            <a:ext cx="576000" cy="70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P.9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76072" y="3899484"/>
            <a:ext cx="11039551" cy="0"/>
          </a:xfrm>
          <a:prstGeom prst="line">
            <a:avLst/>
          </a:prstGeom>
          <a:noFill/>
          <a:ln w="9525">
            <a:solidFill>
              <a:srgbClr val="E2DCD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6072" y="3899484"/>
            <a:ext cx="504000" cy="655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8A7B6B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03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260072" y="3899484"/>
            <a:ext cx="9599551" cy="655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A7B6B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ラベル 3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039623" y="3899484"/>
            <a:ext cx="576000" cy="655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P.15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76072" y="4554684"/>
            <a:ext cx="11039551" cy="0"/>
          </a:xfrm>
          <a:prstGeom prst="line">
            <a:avLst/>
          </a:prstGeom>
          <a:noFill/>
          <a:ln w="9525">
            <a:solidFill>
              <a:srgbClr val="E2DCD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76072" y="4554684"/>
            <a:ext cx="504000" cy="655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8A7B6B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04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260072" y="4554684"/>
            <a:ext cx="9599551" cy="655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A7B6B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ラベル 4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1039623" y="4554684"/>
            <a:ext cx="576000" cy="655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P.21</a:t>
            </a:r>
            <a:endParaRPr lang="en-US" sz="900" dirty="0"/>
          </a:p>
        </p:txBody>
      </p:sp>
      <p:sp>
        <p:nvSpPr>
          <p:cNvPr id="25" name="TextBox 24"/>
          <p:cNvSpPr txBox="1"/>
          <p:nvPr/>
        </p:nvSpPr>
        <p:spPr>
          <a:xfrm>
            <a:off x="10015423" y="6565392"/>
            <a:ext cx="11887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50" b="0">
                <a:solidFill>
                  <a:srgbClr val="8A7B6B"/>
                </a:solidFill>
                <a:latin typeface="Yu Gothic"/>
              </a:rPr>
              <a:t>PPTX・HTML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320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スライド型カタログ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043623" y="4114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01  EXECUTIVE_SUMMARY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76072" y="784555"/>
            <a:ext cx="11039551" cy="0"/>
          </a:xfrm>
          <a:prstGeom prst="line">
            <a:avLst/>
          </a:prstGeom>
          <a:noFill/>
          <a:ln w="13970">
            <a:solidFill>
              <a:srgbClr val="322014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76072" y="914400"/>
            <a:ext cx="1103955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エグゼクティブサマリー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76072" y="6245352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出典：Source 1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76072" y="6483096"/>
            <a:ext cx="11039551" cy="0"/>
          </a:xfrm>
          <a:prstGeom prst="line">
            <a:avLst/>
          </a:prstGeom>
          <a:noFill/>
          <a:ln w="8890">
            <a:solidFill>
              <a:srgbClr val="E2DCD2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76072" y="65653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スライド型カタログ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249863" y="65653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76072" y="3400997"/>
            <a:ext cx="3401568" cy="438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タイトル 2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576072" y="3995357"/>
            <a:ext cx="3401568" cy="10972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1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389120" y="3400997"/>
            <a:ext cx="3401568" cy="438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タイトル 3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389120" y="3995357"/>
            <a:ext cx="3401568" cy="10972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202168" y="3400997"/>
            <a:ext cx="3401568" cy="438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タイトル 4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8202168" y="3995357"/>
            <a:ext cx="3401568" cy="10972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3</a:t>
            </a:r>
            <a:endParaRPr lang="en-US" sz="1500" dirty="0"/>
          </a:p>
        </p:txBody>
      </p:sp>
      <p:sp>
        <p:nvSpPr>
          <p:cNvPr id="16" name="TextBox 15"/>
          <p:cNvSpPr txBox="1"/>
          <p:nvPr/>
        </p:nvSpPr>
        <p:spPr>
          <a:xfrm>
            <a:off x="10015423" y="6565392"/>
            <a:ext cx="11887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50" b="0">
                <a:solidFill>
                  <a:srgbClr val="8A7B6B"/>
                </a:solidFill>
                <a:latin typeface="Yu Gothic"/>
              </a:rPr>
              <a:t>PPTX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320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スライド型カタログ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043623" y="4114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02  EVIDENCE_BASIS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76072" y="784555"/>
            <a:ext cx="11039551" cy="0"/>
          </a:xfrm>
          <a:prstGeom prst="line">
            <a:avLst/>
          </a:prstGeom>
          <a:noFill/>
          <a:ln w="13970">
            <a:solidFill>
              <a:srgbClr val="322014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76072" y="914400"/>
            <a:ext cx="1103955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調査の土台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76072" y="6245352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出典：Source 1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76072" y="6483096"/>
            <a:ext cx="11039551" cy="0"/>
          </a:xfrm>
          <a:prstGeom prst="line">
            <a:avLst/>
          </a:prstGeom>
          <a:noFill/>
          <a:ln w="8890">
            <a:solidFill>
              <a:srgbClr val="E2DCD2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76072" y="65653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スライド型カタログ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249863" y="65653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76072" y="2363724"/>
            <a:ext cx="3383280" cy="2377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指標名、単位、YYYY〜YYYY年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99432" y="2363724"/>
            <a:ext cx="173736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A392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180+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473952" y="2436876"/>
            <a:ext cx="5141671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1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99432" y="3003804"/>
            <a:ext cx="7016191" cy="0"/>
          </a:xfrm>
          <a:prstGeom prst="line">
            <a:avLst/>
          </a:prstGeom>
          <a:noFill/>
          <a:ln w="12700">
            <a:solidFill>
              <a:srgbClr val="E2DCD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99432" y="3150108"/>
            <a:ext cx="173736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A392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2.4M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473952" y="3223260"/>
            <a:ext cx="5141671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99432" y="3790188"/>
            <a:ext cx="7016191" cy="0"/>
          </a:xfrm>
          <a:prstGeom prst="line">
            <a:avLst/>
          </a:prstGeom>
          <a:noFill/>
          <a:ln w="12700">
            <a:solidFill>
              <a:srgbClr val="E2DCD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99432" y="3936492"/>
            <a:ext cx="173736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A392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640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473952" y="4009644"/>
            <a:ext cx="5141671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3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99432" y="4576572"/>
            <a:ext cx="7016191" cy="0"/>
          </a:xfrm>
          <a:prstGeom prst="line">
            <a:avLst/>
          </a:prstGeom>
          <a:noFill/>
          <a:ln w="12700">
            <a:solidFill>
              <a:srgbClr val="E2DCD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99432" y="4722876"/>
            <a:ext cx="173736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A392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12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6473952" y="4796028"/>
            <a:ext cx="5141671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4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99432" y="5362956"/>
            <a:ext cx="7016191" cy="0"/>
          </a:xfrm>
          <a:prstGeom prst="line">
            <a:avLst/>
          </a:prstGeom>
          <a:noFill/>
          <a:ln w="12700">
            <a:solidFill>
              <a:srgbClr val="E2DCD2"/>
            </a:solidFill>
            <a:prstDash val="solid"/>
          </a:ln>
        </p:spPr>
      </p:sp>
      <p:sp>
        <p:nvSpPr>
          <p:cNvPr id="23" name="TextBox 22"/>
          <p:cNvSpPr txBox="1"/>
          <p:nvPr/>
        </p:nvSpPr>
        <p:spPr>
          <a:xfrm>
            <a:off x="10015423" y="6565392"/>
            <a:ext cx="11887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50" b="0">
                <a:solidFill>
                  <a:srgbClr val="8A7B6B"/>
                </a:solidFill>
                <a:latin typeface="Yu Gothic"/>
              </a:rPr>
              <a:t>PPTX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320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スライド型カタログ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043623" y="4114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パーツ25｜調査の土台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76072" y="784555"/>
            <a:ext cx="11039551" cy="0"/>
          </a:xfrm>
          <a:prstGeom prst="line">
            <a:avLst/>
          </a:prstGeom>
          <a:noFill/>
          <a:ln w="13970">
            <a:solidFill>
              <a:srgbClr val="322014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76072" y="914400"/>
            <a:ext cx="1103955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調査の土台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76072" y="6245352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出典：Source 1（調査期間 YYYY年M月〜M月）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76072" y="6483096"/>
            <a:ext cx="11039551" cy="0"/>
          </a:xfrm>
          <a:prstGeom prst="line">
            <a:avLst/>
          </a:prstGeom>
          <a:noFill/>
          <a:ln w="8890">
            <a:solidFill>
              <a:srgbClr val="E2DCD2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76072" y="65653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スライド型カタログ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249863" y="65653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11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76072" y="1572768"/>
            <a:ext cx="442193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5A3921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調べ方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76072" y="1883664"/>
            <a:ext cx="4421937" cy="0"/>
          </a:xfrm>
          <a:prstGeom prst="line">
            <a:avLst/>
          </a:prstGeom>
          <a:noFill/>
          <a:ln w="17780">
            <a:solidFill>
              <a:srgbClr val="32201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" y="2011680"/>
            <a:ext cx="4421937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1</a:t>
            </a:r>
            <a:endParaRPr lang="en-US" sz="10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2</a:t>
            </a:r>
            <a:endParaRPr lang="en-US" sz="10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3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 rot="5400000">
            <a:off x="5142009" y="3764484"/>
            <a:ext cx="360000" cy="216000"/>
          </a:xfrm>
          <a:prstGeom prst="triangle">
            <a:avLst/>
          </a:prstGeom>
          <a:solidFill>
            <a:srgbClr val="C5A681"/>
          </a:solidFill>
          <a:ln/>
        </p:spPr>
      </p:sp>
      <p:sp>
        <p:nvSpPr>
          <p:cNvPr id="14" name="Text 12"/>
          <p:cNvSpPr/>
          <p:nvPr/>
        </p:nvSpPr>
        <p:spPr>
          <a:xfrm>
            <a:off x="5646009" y="1572768"/>
            <a:ext cx="59696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5A3921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調べた対象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646009" y="1883664"/>
            <a:ext cx="5969615" cy="0"/>
          </a:xfrm>
          <a:prstGeom prst="line">
            <a:avLst/>
          </a:prstGeom>
          <a:noFill/>
          <a:ln w="17780">
            <a:solidFill>
              <a:srgbClr val="32201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36009" y="2011680"/>
            <a:ext cx="1440000" cy="1386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 1社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7266009" y="2011680"/>
            <a:ext cx="4259615" cy="1386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4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646009" y="3398520"/>
            <a:ext cx="5969615" cy="0"/>
          </a:xfrm>
          <a:prstGeom prst="line">
            <a:avLst/>
          </a:prstGeom>
          <a:noFill/>
          <a:ln w="9525">
            <a:solidFill>
              <a:srgbClr val="E2DCD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736009" y="3398520"/>
            <a:ext cx="1440000" cy="1386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 2件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7266009" y="3398520"/>
            <a:ext cx="4259615" cy="1386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5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646009" y="4785360"/>
            <a:ext cx="5969615" cy="0"/>
          </a:xfrm>
          <a:prstGeom prst="line">
            <a:avLst/>
          </a:prstGeom>
          <a:noFill/>
          <a:ln w="9525">
            <a:solidFill>
              <a:srgbClr val="E2DCD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736009" y="4785360"/>
            <a:ext cx="1440000" cy="1386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Nか月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7266009" y="4785360"/>
            <a:ext cx="4259615" cy="1386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6</a:t>
            </a:r>
            <a:endParaRPr lang="en-US" sz="1000" dirty="0"/>
          </a:p>
        </p:txBody>
      </p:sp>
      <p:sp>
        <p:nvSpPr>
          <p:cNvPr id="24" name="TextBox 23"/>
          <p:cNvSpPr txBox="1"/>
          <p:nvPr/>
        </p:nvSpPr>
        <p:spPr>
          <a:xfrm>
            <a:off x="10015423" y="6565392"/>
            <a:ext cx="11887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50" b="0">
                <a:solidFill>
                  <a:srgbClr val="8A7B6B"/>
                </a:solidFill>
                <a:latin typeface="Yu Gothic"/>
              </a:rPr>
              <a:t>PPTX・HTML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320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スライド型カタログ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043623" y="4114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パーツ10｜裏表紙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76072" y="784555"/>
            <a:ext cx="11039551" cy="0"/>
          </a:xfrm>
          <a:prstGeom prst="line">
            <a:avLst/>
          </a:prstGeom>
          <a:noFill/>
          <a:ln w="13970">
            <a:solidFill>
              <a:srgbClr val="322014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76072" y="3013200"/>
            <a:ext cx="79200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会社名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76072" y="3481200"/>
            <a:ext cx="7920000" cy="32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5A3921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連絡先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76072" y="6245352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576072" y="6483096"/>
            <a:ext cx="11039551" cy="0"/>
          </a:xfrm>
          <a:prstGeom prst="line">
            <a:avLst/>
          </a:prstGeom>
          <a:noFill/>
          <a:ln w="8890">
            <a:solidFill>
              <a:srgbClr val="E2DCD2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76072" y="65653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スライド型カタログ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1249863" y="65653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12</a:t>
            </a:r>
            <a:endParaRPr lang="en-US" sz="750" dirty="0"/>
          </a:p>
        </p:txBody>
      </p:sp>
      <p:sp>
        <p:nvSpPr>
          <p:cNvPr id="11" name="TextBox 10"/>
          <p:cNvSpPr txBox="1"/>
          <p:nvPr/>
        </p:nvSpPr>
        <p:spPr>
          <a:xfrm>
            <a:off x="10015423" y="6565392"/>
            <a:ext cx="11887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50" b="0">
                <a:solidFill>
                  <a:srgbClr val="8A7B6B"/>
                </a:solidFill>
                <a:latin typeface="Yu Gothic"/>
              </a:rPr>
              <a:t>PPTX・HTML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320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スライド型カタログ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043623" y="4114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76072" y="784555"/>
            <a:ext cx="11039551" cy="0"/>
          </a:xfrm>
          <a:prstGeom prst="line">
            <a:avLst/>
          </a:prstGeom>
          <a:noFill/>
          <a:ln w="13970">
            <a:solidFill>
              <a:srgbClr val="32201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76072" y="2869200"/>
            <a:ext cx="7920000" cy="23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300" kern="0" dirty="0">
                <a:solidFill>
                  <a:srgbClr val="5A3921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B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76072" y="3337200"/>
            <a:ext cx="7920000" cy="46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数字で証明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76072" y="3949200"/>
            <a:ext cx="7920000" cy="288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A392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1枚1図で主張を裏づける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76072" y="6245352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576072" y="6483096"/>
            <a:ext cx="11039551" cy="0"/>
          </a:xfrm>
          <a:prstGeom prst="line">
            <a:avLst/>
          </a:prstGeom>
          <a:noFill/>
          <a:ln w="8890">
            <a:solidFill>
              <a:srgbClr val="E2DCD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6072" y="65653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スライド型カタログ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1249863" y="65653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13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320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スライド型カタログ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043623" y="4114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05  CHART_INSIGHT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76072" y="784555"/>
            <a:ext cx="11039551" cy="0"/>
          </a:xfrm>
          <a:prstGeom prst="line">
            <a:avLst/>
          </a:prstGeom>
          <a:noFill/>
          <a:ln w="13970">
            <a:solidFill>
              <a:srgbClr val="322014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76072" y="914400"/>
            <a:ext cx="1103955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単一チャート＋含意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76072" y="6245352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注：前提・注記を記載 出典：Source 1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76072" y="6483096"/>
            <a:ext cx="11039551" cy="0"/>
          </a:xfrm>
          <a:prstGeom prst="line">
            <a:avLst/>
          </a:prstGeom>
          <a:noFill/>
          <a:ln w="8890">
            <a:solidFill>
              <a:srgbClr val="E2DCD2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76072" y="65653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スライド型カタログ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249863" y="65653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14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76072" y="1920240"/>
            <a:ext cx="612648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指標名、単位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399032" y="4442723"/>
            <a:ext cx="566928" cy="1135117"/>
          </a:xfrm>
          <a:prstGeom prst="rect">
            <a:avLst/>
          </a:prstGeom>
          <a:solidFill>
            <a:srgbClr val="322014"/>
          </a:solidFill>
          <a:ln/>
        </p:spPr>
      </p:sp>
      <p:sp>
        <p:nvSpPr>
          <p:cNvPr id="12" name="Text 10"/>
          <p:cNvSpPr/>
          <p:nvPr/>
        </p:nvSpPr>
        <p:spPr>
          <a:xfrm>
            <a:off x="1353312" y="4214123"/>
            <a:ext cx="658368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70432" y="5669280"/>
            <a:ext cx="1024128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ラベル1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450592" y="4123471"/>
            <a:ext cx="566928" cy="1454369"/>
          </a:xfrm>
          <a:prstGeom prst="rect">
            <a:avLst/>
          </a:prstGeom>
          <a:solidFill>
            <a:srgbClr val="322014"/>
          </a:solidFill>
          <a:ln/>
        </p:spPr>
      </p:sp>
      <p:sp>
        <p:nvSpPr>
          <p:cNvPr id="15" name="Text 13"/>
          <p:cNvSpPr/>
          <p:nvPr/>
        </p:nvSpPr>
        <p:spPr>
          <a:xfrm>
            <a:off x="2404872" y="3894871"/>
            <a:ext cx="658368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41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221992" y="5669280"/>
            <a:ext cx="1024128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ラベル2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502152" y="3839692"/>
            <a:ext cx="566928" cy="1738148"/>
          </a:xfrm>
          <a:prstGeom prst="rect">
            <a:avLst/>
          </a:prstGeom>
          <a:solidFill>
            <a:srgbClr val="C5A681"/>
          </a:solidFill>
          <a:ln/>
        </p:spPr>
      </p:sp>
      <p:sp>
        <p:nvSpPr>
          <p:cNvPr id="18" name="Text 16"/>
          <p:cNvSpPr/>
          <p:nvPr/>
        </p:nvSpPr>
        <p:spPr>
          <a:xfrm>
            <a:off x="3456432" y="3611092"/>
            <a:ext cx="658368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49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273552" y="5669280"/>
            <a:ext cx="1024128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ラベル3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53712" y="3520440"/>
            <a:ext cx="566928" cy="2057400"/>
          </a:xfrm>
          <a:prstGeom prst="rect">
            <a:avLst/>
          </a:prstGeom>
          <a:solidFill>
            <a:srgbClr val="5A3921"/>
          </a:solidFill>
          <a:ln/>
        </p:spPr>
      </p:sp>
      <p:sp>
        <p:nvSpPr>
          <p:cNvPr id="21" name="Text 19"/>
          <p:cNvSpPr/>
          <p:nvPr/>
        </p:nvSpPr>
        <p:spPr>
          <a:xfrm>
            <a:off x="4507992" y="3291840"/>
            <a:ext cx="658368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58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325112" y="5669280"/>
            <a:ext cx="1024128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ラベル4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76072" y="5577840"/>
            <a:ext cx="5760720" cy="0"/>
          </a:xfrm>
          <a:prstGeom prst="line">
            <a:avLst/>
          </a:prstGeom>
          <a:noFill/>
          <a:ln w="12700">
            <a:solidFill>
              <a:srgbClr val="32201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858000" y="2057400"/>
            <a:ext cx="0" cy="1417320"/>
          </a:xfrm>
          <a:prstGeom prst="line">
            <a:avLst/>
          </a:prstGeom>
          <a:noFill/>
          <a:ln w="27940">
            <a:solidFill>
              <a:srgbClr val="5A392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059168" y="2057400"/>
            <a:ext cx="4187952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タイトル 2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059168" y="2560320"/>
            <a:ext cx="4187952" cy="914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1</a:t>
            </a:r>
            <a:endParaRPr lang="en-US" sz="1350" dirty="0"/>
          </a:p>
        </p:txBody>
      </p:sp>
      <p:sp>
        <p:nvSpPr>
          <p:cNvPr id="27" name="TextBox 26"/>
          <p:cNvSpPr txBox="1"/>
          <p:nvPr/>
        </p:nvSpPr>
        <p:spPr>
          <a:xfrm>
            <a:off x="10015423" y="6565392"/>
            <a:ext cx="11887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50" b="0">
                <a:solidFill>
                  <a:srgbClr val="8A7B6B"/>
                </a:solidFill>
                <a:latin typeface="Yu Gothic"/>
              </a:rPr>
              <a:t>PPTX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320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スライド型カタログ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043623" y="4114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06  STACKED_BAR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76072" y="784555"/>
            <a:ext cx="11039551" cy="0"/>
          </a:xfrm>
          <a:prstGeom prst="line">
            <a:avLst/>
          </a:prstGeom>
          <a:noFill/>
          <a:ln w="13970">
            <a:solidFill>
              <a:srgbClr val="322014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76072" y="914400"/>
            <a:ext cx="1103955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積み上げ棒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76072" y="6245352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出典：Source 1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76072" y="6483096"/>
            <a:ext cx="11039551" cy="0"/>
          </a:xfrm>
          <a:prstGeom prst="line">
            <a:avLst/>
          </a:prstGeom>
          <a:noFill/>
          <a:ln w="8890">
            <a:solidFill>
              <a:srgbClr val="E2DCD2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76072" y="65653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スライド型カタログ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249863" y="65653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15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76072" y="1920240"/>
            <a:ext cx="640080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指標名、単位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004517" y="4642175"/>
            <a:ext cx="1188720" cy="935665"/>
          </a:xfrm>
          <a:prstGeom prst="rect">
            <a:avLst/>
          </a:prstGeom>
          <a:solidFill>
            <a:srgbClr val="322014"/>
          </a:solidFill>
          <a:ln/>
        </p:spPr>
      </p:sp>
      <p:sp>
        <p:nvSpPr>
          <p:cNvPr id="12" name="Text 10"/>
          <p:cNvSpPr/>
          <p:nvPr/>
        </p:nvSpPr>
        <p:spPr>
          <a:xfrm>
            <a:off x="2004517" y="5000279"/>
            <a:ext cx="118872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40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004517" y="3940426"/>
            <a:ext cx="1188720" cy="701749"/>
          </a:xfrm>
          <a:prstGeom prst="rect">
            <a:avLst/>
          </a:prstGeom>
          <a:solidFill>
            <a:srgbClr val="5A3921"/>
          </a:solidFill>
          <a:ln/>
        </p:spPr>
      </p:sp>
      <p:sp>
        <p:nvSpPr>
          <p:cNvPr id="14" name="Text 12"/>
          <p:cNvSpPr/>
          <p:nvPr/>
        </p:nvSpPr>
        <p:spPr>
          <a:xfrm>
            <a:off x="2004517" y="4181572"/>
            <a:ext cx="118872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30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004517" y="3472593"/>
            <a:ext cx="1188720" cy="467833"/>
          </a:xfrm>
          <a:prstGeom prst="rect">
            <a:avLst/>
          </a:prstGeom>
          <a:solidFill>
            <a:srgbClr val="C5A681"/>
          </a:solidFill>
          <a:ln/>
        </p:spPr>
      </p:sp>
      <p:sp>
        <p:nvSpPr>
          <p:cNvPr id="16" name="Text 14"/>
          <p:cNvSpPr/>
          <p:nvPr/>
        </p:nvSpPr>
        <p:spPr>
          <a:xfrm>
            <a:off x="2004517" y="3596782"/>
            <a:ext cx="118872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821637" y="5669280"/>
            <a:ext cx="155448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ラベル4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501488" y="4291300"/>
            <a:ext cx="1188720" cy="1286540"/>
          </a:xfrm>
          <a:prstGeom prst="rect">
            <a:avLst/>
          </a:prstGeom>
          <a:solidFill>
            <a:srgbClr val="322014"/>
          </a:solidFill>
          <a:ln/>
        </p:spPr>
      </p:sp>
      <p:sp>
        <p:nvSpPr>
          <p:cNvPr id="19" name="Text 17"/>
          <p:cNvSpPr/>
          <p:nvPr/>
        </p:nvSpPr>
        <p:spPr>
          <a:xfrm>
            <a:off x="5501488" y="4824842"/>
            <a:ext cx="118872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55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501488" y="3542768"/>
            <a:ext cx="1188720" cy="748532"/>
          </a:xfrm>
          <a:prstGeom prst="rect">
            <a:avLst/>
          </a:prstGeom>
          <a:solidFill>
            <a:srgbClr val="5A3921"/>
          </a:solidFill>
          <a:ln/>
        </p:spPr>
      </p:sp>
      <p:sp>
        <p:nvSpPr>
          <p:cNvPr id="21" name="Text 19"/>
          <p:cNvSpPr/>
          <p:nvPr/>
        </p:nvSpPr>
        <p:spPr>
          <a:xfrm>
            <a:off x="5501488" y="3807306"/>
            <a:ext cx="118872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32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501488" y="3028153"/>
            <a:ext cx="1188720" cy="514616"/>
          </a:xfrm>
          <a:prstGeom prst="rect">
            <a:avLst/>
          </a:prstGeom>
          <a:solidFill>
            <a:srgbClr val="C5A681"/>
          </a:solidFill>
          <a:ln/>
        </p:spPr>
      </p:sp>
      <p:sp>
        <p:nvSpPr>
          <p:cNvPr id="23" name="Text 21"/>
          <p:cNvSpPr/>
          <p:nvPr/>
        </p:nvSpPr>
        <p:spPr>
          <a:xfrm>
            <a:off x="5501488" y="3175732"/>
            <a:ext cx="118872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22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318608" y="5669280"/>
            <a:ext cx="155448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ラベル5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998458" y="3893643"/>
            <a:ext cx="1188720" cy="1684197"/>
          </a:xfrm>
          <a:prstGeom prst="rect">
            <a:avLst/>
          </a:prstGeom>
          <a:solidFill>
            <a:srgbClr val="322014"/>
          </a:solidFill>
          <a:ln/>
        </p:spPr>
      </p:sp>
      <p:sp>
        <p:nvSpPr>
          <p:cNvPr id="26" name="Text 24"/>
          <p:cNvSpPr/>
          <p:nvPr/>
        </p:nvSpPr>
        <p:spPr>
          <a:xfrm>
            <a:off x="8998458" y="4626013"/>
            <a:ext cx="118872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72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998458" y="3121719"/>
            <a:ext cx="1188720" cy="771924"/>
          </a:xfrm>
          <a:prstGeom prst="rect">
            <a:avLst/>
          </a:prstGeom>
          <a:solidFill>
            <a:srgbClr val="5A3921"/>
          </a:solidFill>
          <a:ln/>
        </p:spPr>
      </p:sp>
      <p:sp>
        <p:nvSpPr>
          <p:cNvPr id="28" name="Text 26"/>
          <p:cNvSpPr/>
          <p:nvPr/>
        </p:nvSpPr>
        <p:spPr>
          <a:xfrm>
            <a:off x="8998458" y="3397953"/>
            <a:ext cx="118872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33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998458" y="2560320"/>
            <a:ext cx="1188720" cy="561399"/>
          </a:xfrm>
          <a:prstGeom prst="rect">
            <a:avLst/>
          </a:prstGeom>
          <a:solidFill>
            <a:srgbClr val="C5A681"/>
          </a:solidFill>
          <a:ln/>
        </p:spPr>
      </p:sp>
      <p:sp>
        <p:nvSpPr>
          <p:cNvPr id="30" name="Text 28"/>
          <p:cNvSpPr/>
          <p:nvPr/>
        </p:nvSpPr>
        <p:spPr>
          <a:xfrm>
            <a:off x="8998458" y="2731292"/>
            <a:ext cx="118872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24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815578" y="5669280"/>
            <a:ext cx="155448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ラベル6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76072" y="5943600"/>
            <a:ext cx="201168" cy="201168"/>
          </a:xfrm>
          <a:prstGeom prst="rect">
            <a:avLst/>
          </a:prstGeom>
          <a:solidFill>
            <a:srgbClr val="322014"/>
          </a:solidFill>
          <a:ln/>
        </p:spPr>
      </p:sp>
      <p:sp>
        <p:nvSpPr>
          <p:cNvPr id="33" name="Text 31"/>
          <p:cNvSpPr/>
          <p:nvPr/>
        </p:nvSpPr>
        <p:spPr>
          <a:xfrm>
            <a:off x="868680" y="5943600"/>
            <a:ext cx="146304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ラベル1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404872" y="5943600"/>
            <a:ext cx="201168" cy="201168"/>
          </a:xfrm>
          <a:prstGeom prst="rect">
            <a:avLst/>
          </a:prstGeom>
          <a:solidFill>
            <a:srgbClr val="5A3921"/>
          </a:solidFill>
          <a:ln/>
        </p:spPr>
      </p:sp>
      <p:sp>
        <p:nvSpPr>
          <p:cNvPr id="35" name="Text 33"/>
          <p:cNvSpPr/>
          <p:nvPr/>
        </p:nvSpPr>
        <p:spPr>
          <a:xfrm>
            <a:off x="2697480" y="5943600"/>
            <a:ext cx="146304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ラベル2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233672" y="5943600"/>
            <a:ext cx="201168" cy="201168"/>
          </a:xfrm>
          <a:prstGeom prst="rect">
            <a:avLst/>
          </a:prstGeom>
          <a:solidFill>
            <a:srgbClr val="C5A681"/>
          </a:solidFill>
          <a:ln/>
        </p:spPr>
      </p:sp>
      <p:sp>
        <p:nvSpPr>
          <p:cNvPr id="37" name="Text 35"/>
          <p:cNvSpPr/>
          <p:nvPr/>
        </p:nvSpPr>
        <p:spPr>
          <a:xfrm>
            <a:off x="4526280" y="5943600"/>
            <a:ext cx="146304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ラベル3</a:t>
            </a:r>
            <a:endParaRPr lang="en-US" sz="1100" dirty="0"/>
          </a:p>
        </p:txBody>
      </p:sp>
      <p:sp>
        <p:nvSpPr>
          <p:cNvPr id="38" name="TextBox 37"/>
          <p:cNvSpPr txBox="1"/>
          <p:nvPr/>
        </p:nvSpPr>
        <p:spPr>
          <a:xfrm>
            <a:off x="10015423" y="6565392"/>
            <a:ext cx="11887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50" b="0">
                <a:solidFill>
                  <a:srgbClr val="8A7B6B"/>
                </a:solidFill>
                <a:latin typeface="Yu Gothic"/>
              </a:rPr>
              <a:t>PPTX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320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スライド型カタログ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043623" y="4114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07  WATERFALL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76072" y="784555"/>
            <a:ext cx="11039551" cy="0"/>
          </a:xfrm>
          <a:prstGeom prst="line">
            <a:avLst/>
          </a:prstGeom>
          <a:noFill/>
          <a:ln w="13970">
            <a:solidFill>
              <a:srgbClr val="322014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76072" y="914400"/>
            <a:ext cx="1103955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寄与度ブリッジ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76072" y="6245352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注：前提・注記を記載 出典：Source 1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76072" y="6483096"/>
            <a:ext cx="11039551" cy="0"/>
          </a:xfrm>
          <a:prstGeom prst="line">
            <a:avLst/>
          </a:prstGeom>
          <a:noFill/>
          <a:ln w="8890">
            <a:solidFill>
              <a:srgbClr val="E2DCD2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76072" y="65653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スライド型カタログ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249863" y="65653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16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76072" y="1920240"/>
            <a:ext cx="603504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指標名、単位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04672" y="4108269"/>
            <a:ext cx="603504" cy="1469571"/>
          </a:xfrm>
          <a:prstGeom prst="rect">
            <a:avLst/>
          </a:prstGeom>
          <a:solidFill>
            <a:srgbClr val="322014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3870525"/>
            <a:ext cx="749808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100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5669280"/>
            <a:ext cx="96012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ラベル1</a:t>
            </a:r>
            <a:endParaRPr lang="en-US" sz="920" dirty="0"/>
          </a:p>
        </p:txBody>
      </p:sp>
      <p:sp>
        <p:nvSpPr>
          <p:cNvPr id="14" name="Shape 12"/>
          <p:cNvSpPr/>
          <p:nvPr/>
        </p:nvSpPr>
        <p:spPr>
          <a:xfrm>
            <a:off x="1828800" y="5313317"/>
            <a:ext cx="603504" cy="264523"/>
          </a:xfrm>
          <a:prstGeom prst="rect">
            <a:avLst/>
          </a:prstGeom>
          <a:solidFill>
            <a:srgbClr val="5A3921"/>
          </a:solidFill>
          <a:ln/>
        </p:spPr>
      </p:sp>
      <p:sp>
        <p:nvSpPr>
          <p:cNvPr id="15" name="Text 13"/>
          <p:cNvSpPr/>
          <p:nvPr/>
        </p:nvSpPr>
        <p:spPr>
          <a:xfrm>
            <a:off x="1755648" y="5075573"/>
            <a:ext cx="749808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+18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664208" y="5669280"/>
            <a:ext cx="96012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ラベル2</a:t>
            </a:r>
            <a:endParaRPr lang="en-US" sz="920" dirty="0"/>
          </a:p>
        </p:txBody>
      </p:sp>
      <p:sp>
        <p:nvSpPr>
          <p:cNvPr id="17" name="Shape 15"/>
          <p:cNvSpPr/>
          <p:nvPr/>
        </p:nvSpPr>
        <p:spPr>
          <a:xfrm>
            <a:off x="2852928" y="5225143"/>
            <a:ext cx="603504" cy="352697"/>
          </a:xfrm>
          <a:prstGeom prst="rect">
            <a:avLst/>
          </a:prstGeom>
          <a:solidFill>
            <a:srgbClr val="5A3921"/>
          </a:solidFill>
          <a:ln/>
        </p:spPr>
      </p:sp>
      <p:sp>
        <p:nvSpPr>
          <p:cNvPr id="18" name="Text 16"/>
          <p:cNvSpPr/>
          <p:nvPr/>
        </p:nvSpPr>
        <p:spPr>
          <a:xfrm>
            <a:off x="2779776" y="4987399"/>
            <a:ext cx="749808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+24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688336" y="5669280"/>
            <a:ext cx="96012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ラベル3</a:t>
            </a:r>
            <a:endParaRPr lang="en-US" sz="920" dirty="0"/>
          </a:p>
        </p:txBody>
      </p:sp>
      <p:sp>
        <p:nvSpPr>
          <p:cNvPr id="20" name="Shape 18"/>
          <p:cNvSpPr/>
          <p:nvPr/>
        </p:nvSpPr>
        <p:spPr>
          <a:xfrm>
            <a:off x="3877056" y="5445579"/>
            <a:ext cx="603504" cy="132261"/>
          </a:xfrm>
          <a:prstGeom prst="rect">
            <a:avLst/>
          </a:prstGeom>
          <a:solidFill>
            <a:srgbClr val="A22727"/>
          </a:solidFill>
          <a:ln/>
        </p:spPr>
      </p:sp>
      <p:sp>
        <p:nvSpPr>
          <p:cNvPr id="21" name="Text 19"/>
          <p:cNvSpPr/>
          <p:nvPr/>
        </p:nvSpPr>
        <p:spPr>
          <a:xfrm>
            <a:off x="3803904" y="5207835"/>
            <a:ext cx="749808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-9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712464" y="5669280"/>
            <a:ext cx="96012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ラベル4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4901184" y="5474970"/>
            <a:ext cx="603504" cy="102870"/>
          </a:xfrm>
          <a:prstGeom prst="rect">
            <a:avLst/>
          </a:prstGeom>
          <a:solidFill>
            <a:srgbClr val="5A3921"/>
          </a:solidFill>
          <a:ln/>
        </p:spPr>
      </p:sp>
      <p:sp>
        <p:nvSpPr>
          <p:cNvPr id="24" name="Text 22"/>
          <p:cNvSpPr/>
          <p:nvPr/>
        </p:nvSpPr>
        <p:spPr>
          <a:xfrm>
            <a:off x="4828032" y="5237226"/>
            <a:ext cx="749808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+7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736592" y="5669280"/>
            <a:ext cx="96012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ラベル5</a:t>
            </a:r>
            <a:endParaRPr lang="en-US" sz="920" dirty="0"/>
          </a:p>
        </p:txBody>
      </p:sp>
      <p:sp>
        <p:nvSpPr>
          <p:cNvPr id="26" name="Shape 24"/>
          <p:cNvSpPr/>
          <p:nvPr/>
        </p:nvSpPr>
        <p:spPr>
          <a:xfrm>
            <a:off x="5925312" y="3520440"/>
            <a:ext cx="603504" cy="2057400"/>
          </a:xfrm>
          <a:prstGeom prst="rect">
            <a:avLst/>
          </a:prstGeom>
          <a:solidFill>
            <a:srgbClr val="322014"/>
          </a:solidFill>
          <a:ln/>
        </p:spPr>
      </p:sp>
      <p:sp>
        <p:nvSpPr>
          <p:cNvPr id="27" name="Text 25"/>
          <p:cNvSpPr/>
          <p:nvPr/>
        </p:nvSpPr>
        <p:spPr>
          <a:xfrm>
            <a:off x="5852160" y="3282696"/>
            <a:ext cx="749808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140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760720" y="5669280"/>
            <a:ext cx="96012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ラベル6</a:t>
            </a:r>
            <a:endParaRPr lang="en-US" sz="920" dirty="0"/>
          </a:p>
        </p:txBody>
      </p:sp>
      <p:sp>
        <p:nvSpPr>
          <p:cNvPr id="29" name="Shape 27"/>
          <p:cNvSpPr/>
          <p:nvPr/>
        </p:nvSpPr>
        <p:spPr>
          <a:xfrm>
            <a:off x="576072" y="5577840"/>
            <a:ext cx="5852160" cy="0"/>
          </a:xfrm>
          <a:prstGeom prst="line">
            <a:avLst/>
          </a:prstGeom>
          <a:noFill/>
          <a:ln w="12700">
            <a:solidFill>
              <a:srgbClr val="32201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858000" y="1965960"/>
            <a:ext cx="0" cy="1325880"/>
          </a:xfrm>
          <a:prstGeom prst="line">
            <a:avLst/>
          </a:prstGeom>
          <a:noFill/>
          <a:ln w="27940">
            <a:solidFill>
              <a:srgbClr val="5A392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059168" y="1965960"/>
            <a:ext cx="4096512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タイトル 2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7059168" y="2468880"/>
            <a:ext cx="4096512" cy="822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1</a:t>
            </a:r>
            <a:endParaRPr lang="en-US" sz="1350" dirty="0"/>
          </a:p>
        </p:txBody>
      </p:sp>
      <p:sp>
        <p:nvSpPr>
          <p:cNvPr id="33" name="TextBox 32"/>
          <p:cNvSpPr txBox="1"/>
          <p:nvPr/>
        </p:nvSpPr>
        <p:spPr>
          <a:xfrm>
            <a:off x="10015423" y="6565392"/>
            <a:ext cx="11887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50" b="0">
                <a:solidFill>
                  <a:srgbClr val="8A7B6B"/>
                </a:solidFill>
                <a:latin typeface="Yu Gothic"/>
              </a:rPr>
              <a:t>PPTX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320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スライド型カタログ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043623" y="4114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08  TRUE_WATERFALL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76072" y="784555"/>
            <a:ext cx="11039551" cy="0"/>
          </a:xfrm>
          <a:prstGeom prst="line">
            <a:avLst/>
          </a:prstGeom>
          <a:noFill/>
          <a:ln w="13970">
            <a:solidFill>
              <a:srgbClr val="322014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76072" y="914400"/>
            <a:ext cx="1103955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増減ブリッジ（厳密）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76072" y="6245352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出典：Source 1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76072" y="6483096"/>
            <a:ext cx="11039551" cy="0"/>
          </a:xfrm>
          <a:prstGeom prst="line">
            <a:avLst/>
          </a:prstGeom>
          <a:noFill/>
          <a:ln w="8890">
            <a:solidFill>
              <a:srgbClr val="E2DCD2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76072" y="65653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スライド型カタログ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249863" y="65653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17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76072" y="1920240"/>
            <a:ext cx="640080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指標名、単位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396563" y="3364992"/>
            <a:ext cx="1005840" cy="2212848"/>
          </a:xfrm>
          <a:prstGeom prst="rect">
            <a:avLst/>
          </a:prstGeom>
          <a:solidFill>
            <a:srgbClr val="322014"/>
          </a:solidFill>
          <a:ln/>
        </p:spPr>
      </p:sp>
      <p:sp>
        <p:nvSpPr>
          <p:cNvPr id="12" name="Text 10"/>
          <p:cNvSpPr/>
          <p:nvPr/>
        </p:nvSpPr>
        <p:spPr>
          <a:xfrm>
            <a:off x="1213683" y="3108960"/>
            <a:ext cx="137160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122243" y="5669280"/>
            <a:ext cx="155448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ラベル1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494745" y="3364992"/>
            <a:ext cx="1005840" cy="603504"/>
          </a:xfrm>
          <a:prstGeom prst="rect">
            <a:avLst/>
          </a:prstGeom>
          <a:solidFill>
            <a:srgbClr val="A22727"/>
          </a:solidFill>
          <a:ln/>
        </p:spPr>
      </p:sp>
      <p:sp>
        <p:nvSpPr>
          <p:cNvPr id="15" name="Text 13"/>
          <p:cNvSpPr/>
          <p:nvPr/>
        </p:nvSpPr>
        <p:spPr>
          <a:xfrm>
            <a:off x="3311865" y="3108960"/>
            <a:ext cx="137160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−3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20425" y="5669280"/>
            <a:ext cx="155448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ラベル2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592928" y="3163824"/>
            <a:ext cx="1005840" cy="804672"/>
          </a:xfrm>
          <a:prstGeom prst="rect">
            <a:avLst/>
          </a:prstGeom>
          <a:solidFill>
            <a:srgbClr val="5A3921"/>
          </a:solidFill>
          <a:ln/>
        </p:spPr>
      </p:sp>
      <p:sp>
        <p:nvSpPr>
          <p:cNvPr id="18" name="Text 16"/>
          <p:cNvSpPr/>
          <p:nvPr/>
        </p:nvSpPr>
        <p:spPr>
          <a:xfrm>
            <a:off x="5410048" y="2907792"/>
            <a:ext cx="137160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+4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318608" y="5669280"/>
            <a:ext cx="155448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ラベル3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691110" y="2560320"/>
            <a:ext cx="1005840" cy="603504"/>
          </a:xfrm>
          <a:prstGeom prst="rect">
            <a:avLst/>
          </a:prstGeom>
          <a:solidFill>
            <a:srgbClr val="5A3921"/>
          </a:solidFill>
          <a:ln/>
        </p:spPr>
      </p:sp>
      <p:sp>
        <p:nvSpPr>
          <p:cNvPr id="21" name="Text 19"/>
          <p:cNvSpPr/>
          <p:nvPr/>
        </p:nvSpPr>
        <p:spPr>
          <a:xfrm>
            <a:off x="7508230" y="2304288"/>
            <a:ext cx="137160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+3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416790" y="5669280"/>
            <a:ext cx="155448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ラベル4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9789292" y="2560320"/>
            <a:ext cx="1005840" cy="3017520"/>
          </a:xfrm>
          <a:prstGeom prst="rect">
            <a:avLst/>
          </a:prstGeom>
          <a:solidFill>
            <a:srgbClr val="322014"/>
          </a:solidFill>
          <a:ln/>
        </p:spPr>
      </p:sp>
      <p:sp>
        <p:nvSpPr>
          <p:cNvPr id="24" name="Text 22"/>
          <p:cNvSpPr/>
          <p:nvPr/>
        </p:nvSpPr>
        <p:spPr>
          <a:xfrm>
            <a:off x="9606412" y="2304288"/>
            <a:ext cx="137160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15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514972" y="5669280"/>
            <a:ext cx="155448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ラベル5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76072" y="5577840"/>
            <a:ext cx="11039551" cy="0"/>
          </a:xfrm>
          <a:prstGeom prst="line">
            <a:avLst/>
          </a:prstGeom>
          <a:noFill/>
          <a:ln w="12700">
            <a:solidFill>
              <a:srgbClr val="322014"/>
            </a:solidFill>
            <a:prstDash val="solid"/>
          </a:ln>
        </p:spPr>
      </p:sp>
      <p:sp>
        <p:nvSpPr>
          <p:cNvPr id="27" name="TextBox 26"/>
          <p:cNvSpPr txBox="1"/>
          <p:nvPr/>
        </p:nvSpPr>
        <p:spPr>
          <a:xfrm>
            <a:off x="10015423" y="6565392"/>
            <a:ext cx="11887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50" b="0">
                <a:solidFill>
                  <a:srgbClr val="8A7B6B"/>
                </a:solidFill>
                <a:latin typeface="Yu Gothic"/>
              </a:rPr>
              <a:t>PPTX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320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スライド型カタログ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043623" y="4114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09  SMALL_MULTIPLES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76072" y="784555"/>
            <a:ext cx="11039551" cy="0"/>
          </a:xfrm>
          <a:prstGeom prst="line">
            <a:avLst/>
          </a:prstGeom>
          <a:noFill/>
          <a:ln w="13970">
            <a:solidFill>
              <a:srgbClr val="322014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76072" y="914400"/>
            <a:ext cx="1103955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小図の並列比較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76072" y="6245352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出典：Source 1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76072" y="6483096"/>
            <a:ext cx="11039551" cy="0"/>
          </a:xfrm>
          <a:prstGeom prst="line">
            <a:avLst/>
          </a:prstGeom>
          <a:noFill/>
          <a:ln w="8890">
            <a:solidFill>
              <a:srgbClr val="E2DCD2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76072" y="65653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スライド型カタログ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249863" y="65653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18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76072" y="2011680"/>
            <a:ext cx="5291176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ラベル1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76072" y="2322576"/>
            <a:ext cx="5291176" cy="0"/>
          </a:xfrm>
          <a:prstGeom prst="line">
            <a:avLst/>
          </a:prstGeom>
          <a:noFill/>
          <a:ln w="9525">
            <a:solidFill>
              <a:srgbClr val="E2DCD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29335" y="3226728"/>
            <a:ext cx="457200" cy="398868"/>
          </a:xfrm>
          <a:prstGeom prst="rect">
            <a:avLst/>
          </a:prstGeom>
          <a:solidFill>
            <a:srgbClr val="322014"/>
          </a:solidFill>
          <a:ln/>
        </p:spPr>
      </p:sp>
      <p:sp>
        <p:nvSpPr>
          <p:cNvPr id="13" name="Text 11"/>
          <p:cNvSpPr/>
          <p:nvPr/>
        </p:nvSpPr>
        <p:spPr>
          <a:xfrm>
            <a:off x="576072" y="3643884"/>
            <a:ext cx="1763725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ラベル2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993060" y="2927578"/>
            <a:ext cx="457200" cy="698018"/>
          </a:xfrm>
          <a:prstGeom prst="rect">
            <a:avLst/>
          </a:prstGeom>
          <a:solidFill>
            <a:srgbClr val="322014"/>
          </a:solidFill>
          <a:ln/>
        </p:spPr>
      </p:sp>
      <p:sp>
        <p:nvSpPr>
          <p:cNvPr id="15" name="Text 13"/>
          <p:cNvSpPr/>
          <p:nvPr/>
        </p:nvSpPr>
        <p:spPr>
          <a:xfrm>
            <a:off x="2339797" y="3643884"/>
            <a:ext cx="1763725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ラベル3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756785" y="2468880"/>
            <a:ext cx="457200" cy="1156716"/>
          </a:xfrm>
          <a:prstGeom prst="rect">
            <a:avLst/>
          </a:prstGeom>
          <a:solidFill>
            <a:srgbClr val="322014"/>
          </a:solidFill>
          <a:ln/>
        </p:spPr>
      </p:sp>
      <p:sp>
        <p:nvSpPr>
          <p:cNvPr id="17" name="Text 15"/>
          <p:cNvSpPr/>
          <p:nvPr/>
        </p:nvSpPr>
        <p:spPr>
          <a:xfrm>
            <a:off x="4103522" y="3643884"/>
            <a:ext cx="1763725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ラベル4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324448" y="2011680"/>
            <a:ext cx="5291176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ラベル5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324448" y="2322576"/>
            <a:ext cx="5291176" cy="0"/>
          </a:xfrm>
          <a:prstGeom prst="line">
            <a:avLst/>
          </a:prstGeom>
          <a:noFill/>
          <a:ln w="9525">
            <a:solidFill>
              <a:srgbClr val="E2DCD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77710" y="3326445"/>
            <a:ext cx="457200" cy="299151"/>
          </a:xfrm>
          <a:prstGeom prst="rect">
            <a:avLst/>
          </a:prstGeom>
          <a:solidFill>
            <a:srgbClr val="322014"/>
          </a:solidFill>
          <a:ln/>
        </p:spPr>
      </p:sp>
      <p:sp>
        <p:nvSpPr>
          <p:cNvPr id="21" name="Text 19"/>
          <p:cNvSpPr/>
          <p:nvPr/>
        </p:nvSpPr>
        <p:spPr>
          <a:xfrm>
            <a:off x="6324448" y="3643884"/>
            <a:ext cx="1763725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ラベル6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741435" y="3067181"/>
            <a:ext cx="457200" cy="558415"/>
          </a:xfrm>
          <a:prstGeom prst="rect">
            <a:avLst/>
          </a:prstGeom>
          <a:solidFill>
            <a:srgbClr val="322014"/>
          </a:solidFill>
          <a:ln/>
        </p:spPr>
      </p:sp>
      <p:sp>
        <p:nvSpPr>
          <p:cNvPr id="23" name="Text 21"/>
          <p:cNvSpPr/>
          <p:nvPr/>
        </p:nvSpPr>
        <p:spPr>
          <a:xfrm>
            <a:off x="8088173" y="3643884"/>
            <a:ext cx="1763725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ラベル7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0505161" y="2748087"/>
            <a:ext cx="457200" cy="877509"/>
          </a:xfrm>
          <a:prstGeom prst="rect">
            <a:avLst/>
          </a:prstGeom>
          <a:solidFill>
            <a:srgbClr val="322014"/>
          </a:solidFill>
          <a:ln/>
        </p:spPr>
      </p:sp>
      <p:sp>
        <p:nvSpPr>
          <p:cNvPr id="25" name="Text 23"/>
          <p:cNvSpPr/>
          <p:nvPr/>
        </p:nvSpPr>
        <p:spPr>
          <a:xfrm>
            <a:off x="9851898" y="3643884"/>
            <a:ext cx="1763725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ラベル8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76072" y="4338828"/>
            <a:ext cx="5291176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ラベル9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76072" y="4649724"/>
            <a:ext cx="5291176" cy="0"/>
          </a:xfrm>
          <a:prstGeom prst="line">
            <a:avLst/>
          </a:prstGeom>
          <a:noFill/>
          <a:ln w="9525">
            <a:solidFill>
              <a:srgbClr val="E2DCD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229335" y="5793197"/>
            <a:ext cx="457200" cy="159547"/>
          </a:xfrm>
          <a:prstGeom prst="rect">
            <a:avLst/>
          </a:prstGeom>
          <a:solidFill>
            <a:srgbClr val="322014"/>
          </a:solidFill>
          <a:ln/>
        </p:spPr>
      </p:sp>
      <p:sp>
        <p:nvSpPr>
          <p:cNvPr id="29" name="Text 27"/>
          <p:cNvSpPr/>
          <p:nvPr/>
        </p:nvSpPr>
        <p:spPr>
          <a:xfrm>
            <a:off x="576072" y="5971032"/>
            <a:ext cx="1763725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ラベル10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993060" y="5673537"/>
            <a:ext cx="457200" cy="279207"/>
          </a:xfrm>
          <a:prstGeom prst="rect">
            <a:avLst/>
          </a:prstGeom>
          <a:solidFill>
            <a:srgbClr val="322014"/>
          </a:solidFill>
          <a:ln/>
        </p:spPr>
      </p:sp>
      <p:sp>
        <p:nvSpPr>
          <p:cNvPr id="31" name="Text 29"/>
          <p:cNvSpPr/>
          <p:nvPr/>
        </p:nvSpPr>
        <p:spPr>
          <a:xfrm>
            <a:off x="2339797" y="5971032"/>
            <a:ext cx="1763725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ラベル11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756785" y="5494046"/>
            <a:ext cx="457200" cy="458698"/>
          </a:xfrm>
          <a:prstGeom prst="rect">
            <a:avLst/>
          </a:prstGeom>
          <a:solidFill>
            <a:srgbClr val="322014"/>
          </a:solidFill>
          <a:ln/>
        </p:spPr>
      </p:sp>
      <p:sp>
        <p:nvSpPr>
          <p:cNvPr id="33" name="Text 31"/>
          <p:cNvSpPr/>
          <p:nvPr/>
        </p:nvSpPr>
        <p:spPr>
          <a:xfrm>
            <a:off x="4103522" y="5971032"/>
            <a:ext cx="1763725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ラベル12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324448" y="4338828"/>
            <a:ext cx="5291176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ラベル13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324448" y="4649724"/>
            <a:ext cx="5291176" cy="0"/>
          </a:xfrm>
          <a:prstGeom prst="line">
            <a:avLst/>
          </a:prstGeom>
          <a:noFill/>
          <a:ln w="9525">
            <a:solidFill>
              <a:srgbClr val="E2DCD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977710" y="5713423"/>
            <a:ext cx="457200" cy="239321"/>
          </a:xfrm>
          <a:prstGeom prst="rect">
            <a:avLst/>
          </a:prstGeom>
          <a:solidFill>
            <a:srgbClr val="322014"/>
          </a:solidFill>
          <a:ln/>
        </p:spPr>
      </p:sp>
      <p:sp>
        <p:nvSpPr>
          <p:cNvPr id="37" name="Text 35"/>
          <p:cNvSpPr/>
          <p:nvPr/>
        </p:nvSpPr>
        <p:spPr>
          <a:xfrm>
            <a:off x="6324448" y="5971032"/>
            <a:ext cx="1763725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ラベル14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8741435" y="5513990"/>
            <a:ext cx="457200" cy="438754"/>
          </a:xfrm>
          <a:prstGeom prst="rect">
            <a:avLst/>
          </a:prstGeom>
          <a:solidFill>
            <a:srgbClr val="322014"/>
          </a:solidFill>
          <a:ln/>
        </p:spPr>
      </p:sp>
      <p:sp>
        <p:nvSpPr>
          <p:cNvPr id="39" name="Text 37"/>
          <p:cNvSpPr/>
          <p:nvPr/>
        </p:nvSpPr>
        <p:spPr>
          <a:xfrm>
            <a:off x="8088173" y="5971032"/>
            <a:ext cx="1763725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ラベル15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10505161" y="5214839"/>
            <a:ext cx="457200" cy="737905"/>
          </a:xfrm>
          <a:prstGeom prst="rect">
            <a:avLst/>
          </a:prstGeom>
          <a:solidFill>
            <a:srgbClr val="322014"/>
          </a:solidFill>
          <a:ln/>
        </p:spPr>
      </p:sp>
      <p:sp>
        <p:nvSpPr>
          <p:cNvPr id="41" name="Text 39"/>
          <p:cNvSpPr/>
          <p:nvPr/>
        </p:nvSpPr>
        <p:spPr>
          <a:xfrm>
            <a:off x="9851898" y="5971032"/>
            <a:ext cx="1763725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ラベル16</a:t>
            </a:r>
            <a:endParaRPr lang="en-US" sz="900" dirty="0"/>
          </a:p>
        </p:txBody>
      </p:sp>
      <p:sp>
        <p:nvSpPr>
          <p:cNvPr id="42" name="TextBox 41"/>
          <p:cNvSpPr txBox="1"/>
          <p:nvPr/>
        </p:nvSpPr>
        <p:spPr>
          <a:xfrm>
            <a:off x="10015423" y="6565392"/>
            <a:ext cx="11887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50" b="0">
                <a:solidFill>
                  <a:srgbClr val="8A7B6B"/>
                </a:solidFill>
                <a:latin typeface="Yu Gothic"/>
              </a:rPr>
              <a:t>PPTX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320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スライド型カタログ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043623" y="4114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パーツ24｜シナリオ線＋成長率チップ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76072" y="784555"/>
            <a:ext cx="11039551" cy="0"/>
          </a:xfrm>
          <a:prstGeom prst="line">
            <a:avLst/>
          </a:prstGeom>
          <a:noFill/>
          <a:ln w="13970">
            <a:solidFill>
              <a:srgbClr val="322014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76072" y="914400"/>
            <a:ext cx="1103955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シナリオ線＋成長率チップ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76072" y="6245352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出典：Source 1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76072" y="6483096"/>
            <a:ext cx="11039551" cy="0"/>
          </a:xfrm>
          <a:prstGeom prst="line">
            <a:avLst/>
          </a:prstGeom>
          <a:noFill/>
          <a:ln w="8890">
            <a:solidFill>
              <a:srgbClr val="E2DCD2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76072" y="65653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スライド型カタログ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249863" y="65653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19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76072" y="1572768"/>
            <a:ext cx="1103955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指標名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76072" y="1901952"/>
            <a:ext cx="11039551" cy="0"/>
          </a:xfrm>
          <a:prstGeom prst="line">
            <a:avLst/>
          </a:prstGeom>
          <a:noFill/>
          <a:ln w="17780">
            <a:solidFill>
              <a:srgbClr val="32201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421063" y="1627632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単位、YYYY〜YYYY年</a:t>
            </a:r>
            <a:endParaRPr lang="en-US" sz="85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576072" y="2233602"/>
          <a:ext cx="8877361" cy="352374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4" name="Text 11"/>
          <p:cNvSpPr/>
          <p:nvPr/>
        </p:nvSpPr>
        <p:spPr>
          <a:xfrm>
            <a:off x="8763183" y="2574447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114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763183" y="2999045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96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8763183" y="3352877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81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0021021" y="2079719"/>
            <a:ext cx="177525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年平均成長率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10021021" y="2543003"/>
            <a:ext cx="1226617" cy="318920"/>
          </a:xfrm>
          <a:prstGeom prst="rect">
            <a:avLst/>
          </a:prstGeom>
          <a:solidFill>
            <a:srgbClr val="322014"/>
          </a:solidFill>
          <a:ln/>
        </p:spPr>
      </p:sp>
      <p:sp>
        <p:nvSpPr>
          <p:cNvPr id="19" name="Text 16"/>
          <p:cNvSpPr/>
          <p:nvPr/>
        </p:nvSpPr>
        <p:spPr>
          <a:xfrm>
            <a:off x="10021021" y="2543003"/>
            <a:ext cx="1226617" cy="318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27%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10021021" y="2967601"/>
            <a:ext cx="1226617" cy="318920"/>
          </a:xfrm>
          <a:prstGeom prst="rect">
            <a:avLst/>
          </a:prstGeom>
          <a:solidFill>
            <a:srgbClr val="5A3921"/>
          </a:solidFill>
          <a:ln/>
        </p:spPr>
      </p:sp>
      <p:sp>
        <p:nvSpPr>
          <p:cNvPr id="21" name="Text 18"/>
          <p:cNvSpPr/>
          <p:nvPr/>
        </p:nvSpPr>
        <p:spPr>
          <a:xfrm>
            <a:off x="10021021" y="2967601"/>
            <a:ext cx="1226617" cy="318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23%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10021021" y="3359673"/>
            <a:ext cx="1226617" cy="318920"/>
          </a:xfrm>
          <a:prstGeom prst="rect">
            <a:avLst/>
          </a:prstGeom>
          <a:solidFill>
            <a:srgbClr val="C5A681"/>
          </a:solidFill>
          <a:ln/>
        </p:spPr>
      </p:sp>
      <p:sp>
        <p:nvSpPr>
          <p:cNvPr id="23" name="Text 20"/>
          <p:cNvSpPr/>
          <p:nvPr/>
        </p:nvSpPr>
        <p:spPr>
          <a:xfrm>
            <a:off x="10021021" y="3359673"/>
            <a:ext cx="1226617" cy="318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19%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8105503" y="6008760"/>
            <a:ext cx="144000" cy="144000"/>
          </a:xfrm>
          <a:prstGeom prst="rect">
            <a:avLst/>
          </a:prstGeom>
          <a:solidFill>
            <a:srgbClr val="322014"/>
          </a:solidFill>
          <a:ln/>
        </p:spPr>
      </p:sp>
      <p:sp>
        <p:nvSpPr>
          <p:cNvPr id="25" name="Text 22"/>
          <p:cNvSpPr/>
          <p:nvPr/>
        </p:nvSpPr>
        <p:spPr>
          <a:xfrm>
            <a:off x="8303503" y="5989320"/>
            <a:ext cx="899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3が進む場合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9418663" y="6008760"/>
            <a:ext cx="144000" cy="144000"/>
          </a:xfrm>
          <a:prstGeom prst="rect">
            <a:avLst/>
          </a:prstGeom>
          <a:solidFill>
            <a:srgbClr val="5A3921"/>
          </a:solidFill>
          <a:ln/>
        </p:spPr>
      </p:sp>
      <p:sp>
        <p:nvSpPr>
          <p:cNvPr id="27" name="Text 24"/>
          <p:cNvSpPr/>
          <p:nvPr/>
        </p:nvSpPr>
        <p:spPr>
          <a:xfrm>
            <a:off x="9616663" y="5989320"/>
            <a:ext cx="57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現状の延長</a:t>
            </a:r>
            <a:endParaRPr lang="en-US" sz="800" dirty="0"/>
          </a:p>
        </p:txBody>
      </p:sp>
      <p:sp>
        <p:nvSpPr>
          <p:cNvPr id="28" name="Shape 25"/>
          <p:cNvSpPr/>
          <p:nvPr/>
        </p:nvSpPr>
        <p:spPr>
          <a:xfrm>
            <a:off x="10411783" y="6008760"/>
            <a:ext cx="144000" cy="144000"/>
          </a:xfrm>
          <a:prstGeom prst="rect">
            <a:avLst/>
          </a:prstGeom>
          <a:solidFill>
            <a:srgbClr val="C5A681"/>
          </a:solidFill>
          <a:ln/>
        </p:spPr>
      </p:sp>
      <p:sp>
        <p:nvSpPr>
          <p:cNvPr id="29" name="Text 26"/>
          <p:cNvSpPr/>
          <p:nvPr/>
        </p:nvSpPr>
        <p:spPr>
          <a:xfrm>
            <a:off x="10609783" y="598932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4が遅れる場合</a:t>
            </a:r>
            <a:endParaRPr lang="en-US" sz="800" dirty="0"/>
          </a:p>
        </p:txBody>
      </p:sp>
      <p:sp>
        <p:nvSpPr>
          <p:cNvPr id="30" name="TextBox 29"/>
          <p:cNvSpPr txBox="1"/>
          <p:nvPr/>
        </p:nvSpPr>
        <p:spPr>
          <a:xfrm>
            <a:off x="10015423" y="6565392"/>
            <a:ext cx="11887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50" b="0">
                <a:solidFill>
                  <a:srgbClr val="8A7B6B"/>
                </a:solidFill>
                <a:latin typeface="Yu Gothic"/>
              </a:rPr>
              <a:t>PPTX・HTML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320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スライド型カタログ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043623" y="4114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パーツ23｜増減の縦棒＋左右合計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76072" y="784555"/>
            <a:ext cx="11039551" cy="0"/>
          </a:xfrm>
          <a:prstGeom prst="line">
            <a:avLst/>
          </a:prstGeom>
          <a:noFill/>
          <a:ln w="13970">
            <a:solidFill>
              <a:srgbClr val="322014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76072" y="914400"/>
            <a:ext cx="1103955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増減の縦棒＋左右合計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76072" y="6245352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出典：Source 1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76072" y="6483096"/>
            <a:ext cx="11039551" cy="0"/>
          </a:xfrm>
          <a:prstGeom prst="line">
            <a:avLst/>
          </a:prstGeom>
          <a:noFill/>
          <a:ln w="8890">
            <a:solidFill>
              <a:srgbClr val="E2DCD2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76072" y="65653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スライド型カタログ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249863" y="65653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76072" y="1572768"/>
            <a:ext cx="1103955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指標名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76072" y="1901952"/>
            <a:ext cx="11039551" cy="0"/>
          </a:xfrm>
          <a:prstGeom prst="line">
            <a:avLst/>
          </a:prstGeom>
          <a:noFill/>
          <a:ln w="17780">
            <a:solidFill>
              <a:srgbClr val="32201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421063" y="1627632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単位、YYYY〜YYYY年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821395" y="2631696"/>
            <a:ext cx="183992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5A3921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＋200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821395" y="3152904"/>
            <a:ext cx="183992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増える分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21395" y="4348960"/>
            <a:ext cx="183992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−185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821395" y="4870168"/>
            <a:ext cx="183992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減る分</a:t>
            </a:r>
            <a:endParaRPr lang="en-US" sz="1050" dirty="0"/>
          </a:p>
        </p:txBody>
      </p:sp>
      <p:graphicFrame>
        <p:nvGraphicFramePr>
          <p:cNvPr id="17" name="Chart 0" descr=""/>
          <p:cNvGraphicFramePr/>
          <p:nvPr/>
        </p:nvGraphicFramePr>
        <p:xfrm>
          <a:off x="2783982" y="2325042"/>
          <a:ext cx="8831641" cy="3434527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8" name="Shape 15"/>
          <p:cNvSpPr/>
          <p:nvPr/>
        </p:nvSpPr>
        <p:spPr>
          <a:xfrm>
            <a:off x="10165423" y="6008760"/>
            <a:ext cx="144000" cy="144000"/>
          </a:xfrm>
          <a:prstGeom prst="rect">
            <a:avLst/>
          </a:prstGeom>
          <a:solidFill>
            <a:srgbClr val="5A3921"/>
          </a:solidFill>
          <a:ln/>
        </p:spPr>
      </p:sp>
      <p:sp>
        <p:nvSpPr>
          <p:cNvPr id="19" name="Text 16"/>
          <p:cNvSpPr/>
          <p:nvPr/>
        </p:nvSpPr>
        <p:spPr>
          <a:xfrm>
            <a:off x="10363423" y="5989320"/>
            <a:ext cx="472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増える分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11051863" y="6008760"/>
            <a:ext cx="144000" cy="144000"/>
          </a:xfrm>
          <a:prstGeom prst="rect">
            <a:avLst/>
          </a:prstGeom>
          <a:solidFill>
            <a:srgbClr val="322014"/>
          </a:solidFill>
          <a:ln/>
        </p:spPr>
      </p:sp>
      <p:sp>
        <p:nvSpPr>
          <p:cNvPr id="21" name="Text 18"/>
          <p:cNvSpPr/>
          <p:nvPr/>
        </p:nvSpPr>
        <p:spPr>
          <a:xfrm>
            <a:off x="11249863" y="59893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減る分</a:t>
            </a:r>
            <a:endParaRPr lang="en-US" sz="800" dirty="0"/>
          </a:p>
        </p:txBody>
      </p:sp>
      <p:sp>
        <p:nvSpPr>
          <p:cNvPr id="22" name="TextBox 21"/>
          <p:cNvSpPr txBox="1"/>
          <p:nvPr/>
        </p:nvSpPr>
        <p:spPr>
          <a:xfrm>
            <a:off x="10015423" y="6565392"/>
            <a:ext cx="11887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50" b="0">
                <a:solidFill>
                  <a:srgbClr val="8A7B6B"/>
                </a:solidFill>
                <a:latin typeface="Yu Gothic"/>
              </a:rPr>
              <a:t>PPTX・HTML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320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スライド型カタログ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043623" y="4114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パーツ22｜比例円の対比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76072" y="784555"/>
            <a:ext cx="11039551" cy="0"/>
          </a:xfrm>
          <a:prstGeom prst="line">
            <a:avLst/>
          </a:prstGeom>
          <a:noFill/>
          <a:ln w="13970">
            <a:solidFill>
              <a:srgbClr val="322014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76072" y="914400"/>
            <a:ext cx="1103955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比例円の対比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76072" y="6245352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出典：Source 1。円の面積は割合に比例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76072" y="6483096"/>
            <a:ext cx="11039551" cy="0"/>
          </a:xfrm>
          <a:prstGeom prst="line">
            <a:avLst/>
          </a:prstGeom>
          <a:noFill/>
          <a:ln w="8890">
            <a:solidFill>
              <a:srgbClr val="E2DCD2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76072" y="65653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スライド型カタログ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249863" y="65653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21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76072" y="1572768"/>
            <a:ext cx="1103955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Text 1に占める割合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76072" y="1901952"/>
            <a:ext cx="11039551" cy="0"/>
          </a:xfrm>
          <a:prstGeom prst="line">
            <a:avLst/>
          </a:prstGeom>
          <a:noFill/>
          <a:ln w="17780">
            <a:solidFill>
              <a:srgbClr val="32201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421063" y="1627632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％、YYYY年 / YYYY年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936476" y="2261159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現在（YYYY年）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293336" y="2629144"/>
            <a:ext cx="2943880" cy="2943880"/>
          </a:xfrm>
          <a:prstGeom prst="ellipse">
            <a:avLst/>
          </a:prstGeom>
          <a:solidFill>
            <a:srgbClr val="322014"/>
          </a:solidFill>
          <a:ln/>
        </p:spPr>
      </p:sp>
      <p:sp>
        <p:nvSpPr>
          <p:cNvPr id="15" name="Text 13"/>
          <p:cNvSpPr/>
          <p:nvPr/>
        </p:nvSpPr>
        <p:spPr>
          <a:xfrm>
            <a:off x="2293336" y="3661981"/>
            <a:ext cx="2943880" cy="66865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900" b="1" dirty="0">
                <a:solidFill>
                  <a:srgbClr val="FFFFFF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65%</a:t>
            </a:r>
            <a:endParaRPr lang="en-US" sz="3900" dirty="0"/>
          </a:p>
        </p:txBody>
      </p:sp>
      <p:sp>
        <p:nvSpPr>
          <p:cNvPr id="16" name="Text 14"/>
          <p:cNvSpPr/>
          <p:nvPr/>
        </p:nvSpPr>
        <p:spPr>
          <a:xfrm>
            <a:off x="2293336" y="4330636"/>
            <a:ext cx="294388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C5A68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2が占める割合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597620" y="2261159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N年後（YYYY年）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426433" y="3101098"/>
            <a:ext cx="1999973" cy="1999973"/>
          </a:xfrm>
          <a:prstGeom prst="ellipse">
            <a:avLst/>
          </a:prstGeom>
          <a:solidFill>
            <a:srgbClr val="5A3921"/>
          </a:solidFill>
          <a:ln/>
        </p:spPr>
      </p:sp>
      <p:sp>
        <p:nvSpPr>
          <p:cNvPr id="19" name="Text 17"/>
          <p:cNvSpPr/>
          <p:nvPr/>
        </p:nvSpPr>
        <p:spPr>
          <a:xfrm>
            <a:off x="7426433" y="3792474"/>
            <a:ext cx="1999973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30%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7426433" y="4238244"/>
            <a:ext cx="199997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EFEEE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3が占める割合</a:t>
            </a:r>
            <a:endParaRPr lang="en-US" sz="900" dirty="0"/>
          </a:p>
        </p:txBody>
      </p:sp>
      <p:sp>
        <p:nvSpPr>
          <p:cNvPr id="21" name="TextBox 20"/>
          <p:cNvSpPr txBox="1"/>
          <p:nvPr/>
        </p:nvSpPr>
        <p:spPr>
          <a:xfrm>
            <a:off x="10015423" y="6565392"/>
            <a:ext cx="11887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50" b="0">
                <a:solidFill>
                  <a:srgbClr val="8A7B6B"/>
                </a:solidFill>
                <a:latin typeface="Yu Gothic"/>
              </a:rPr>
              <a:t>PPTX・HTML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320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スライド型カタログ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043623" y="4114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パーツ17｜分布の順位棒＋注記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76072" y="784555"/>
            <a:ext cx="11039551" cy="0"/>
          </a:xfrm>
          <a:prstGeom prst="line">
            <a:avLst/>
          </a:prstGeom>
          <a:noFill/>
          <a:ln w="13970">
            <a:solidFill>
              <a:srgbClr val="322014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76072" y="914400"/>
            <a:ext cx="1103955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分布の順位棒＋注記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76072" y="6245352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出典：Source 1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76072" y="6483096"/>
            <a:ext cx="11039551" cy="0"/>
          </a:xfrm>
          <a:prstGeom prst="line">
            <a:avLst/>
          </a:prstGeom>
          <a:noFill/>
          <a:ln w="8890">
            <a:solidFill>
              <a:srgbClr val="E2DCD2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76072" y="65653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スライド型カタログ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249863" y="65653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22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76072" y="1572768"/>
            <a:ext cx="639480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指標名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76072" y="1901952"/>
            <a:ext cx="6394801" cy="0"/>
          </a:xfrm>
          <a:prstGeom prst="line">
            <a:avLst/>
          </a:prstGeom>
          <a:noFill/>
          <a:ln w="17780">
            <a:solidFill>
              <a:srgbClr val="32201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76313" y="1627632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単位、YYYY〜YYYY年</a:t>
            </a:r>
            <a:endParaRPr lang="en-US" sz="85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576072" y="2029968"/>
          <a:ext cx="6394801" cy="388735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4" name="Shape 11"/>
          <p:cNvSpPr/>
          <p:nvPr/>
        </p:nvSpPr>
        <p:spPr>
          <a:xfrm>
            <a:off x="576072" y="6008760"/>
            <a:ext cx="144000" cy="144000"/>
          </a:xfrm>
          <a:prstGeom prst="rect">
            <a:avLst/>
          </a:prstGeom>
          <a:solidFill>
            <a:srgbClr val="5A3921"/>
          </a:solidFill>
          <a:ln/>
        </p:spPr>
      </p:sp>
      <p:sp>
        <p:nvSpPr>
          <p:cNvPr id="15" name="Text 12"/>
          <p:cNvSpPr/>
          <p:nvPr/>
        </p:nvSpPr>
        <p:spPr>
          <a:xfrm>
            <a:off x="774072" y="5989320"/>
            <a:ext cx="4191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上位N社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1409172" y="6008760"/>
            <a:ext cx="144000" cy="144000"/>
          </a:xfrm>
          <a:prstGeom prst="rect">
            <a:avLst/>
          </a:prstGeom>
          <a:solidFill>
            <a:srgbClr val="C5A681"/>
          </a:solidFill>
          <a:ln/>
        </p:spPr>
      </p:sp>
      <p:sp>
        <p:nvSpPr>
          <p:cNvPr id="17" name="Text 14"/>
          <p:cNvSpPr/>
          <p:nvPr/>
        </p:nvSpPr>
        <p:spPr>
          <a:xfrm>
            <a:off x="1607172" y="59893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その他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 rot="5400000">
            <a:off x="7114873" y="3764484"/>
            <a:ext cx="360000" cy="216000"/>
          </a:xfrm>
          <a:prstGeom prst="triangle">
            <a:avLst/>
          </a:prstGeom>
          <a:solidFill>
            <a:srgbClr val="C5A681"/>
          </a:solidFill>
          <a:ln/>
        </p:spPr>
      </p:sp>
      <p:sp>
        <p:nvSpPr>
          <p:cNvPr id="19" name="Text 16"/>
          <p:cNvSpPr/>
          <p:nvPr/>
        </p:nvSpPr>
        <p:spPr>
          <a:xfrm>
            <a:off x="7618873" y="1572768"/>
            <a:ext cx="39967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5A3921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だから、Text 4に絞る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7618873" y="1901952"/>
            <a:ext cx="3996750" cy="0"/>
          </a:xfrm>
          <a:prstGeom prst="line">
            <a:avLst/>
          </a:prstGeom>
          <a:noFill/>
          <a:ln w="17780">
            <a:solidFill>
              <a:srgbClr val="32201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618873" y="2029968"/>
            <a:ext cx="3996750" cy="4142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1</a:t>
            </a:r>
            <a:endParaRPr lang="en-US" sz="10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2</a:t>
            </a:r>
            <a:endParaRPr lang="en-US" sz="10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3</a:t>
            </a:r>
            <a:endParaRPr lang="en-US" sz="1000" dirty="0"/>
          </a:p>
        </p:txBody>
      </p:sp>
      <p:sp>
        <p:nvSpPr>
          <p:cNvPr id="22" name="TextBox 21"/>
          <p:cNvSpPr txBox="1"/>
          <p:nvPr/>
        </p:nvSpPr>
        <p:spPr>
          <a:xfrm>
            <a:off x="10015423" y="6565392"/>
            <a:ext cx="11887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50" b="0">
                <a:solidFill>
                  <a:srgbClr val="8A7B6B"/>
                </a:solidFill>
                <a:latin typeface="Yu Gothic"/>
              </a:rPr>
              <a:t>PPTX・HTML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320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スライド型カタログ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043623" y="4114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パーツ18｜注記つき散布図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76072" y="784555"/>
            <a:ext cx="11039551" cy="0"/>
          </a:xfrm>
          <a:prstGeom prst="line">
            <a:avLst/>
          </a:prstGeom>
          <a:noFill/>
          <a:ln w="13970">
            <a:solidFill>
              <a:srgbClr val="322014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76072" y="914400"/>
            <a:ext cx="1103955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注記つき散布図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76072" y="6245352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出典：Source 1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76072" y="6483096"/>
            <a:ext cx="11039551" cy="0"/>
          </a:xfrm>
          <a:prstGeom prst="line">
            <a:avLst/>
          </a:prstGeom>
          <a:noFill/>
          <a:ln w="8890">
            <a:solidFill>
              <a:srgbClr val="E2DCD2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76072" y="65653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スライド型カタログ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249863" y="65653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23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76072" y="1572768"/>
            <a:ext cx="1103955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Text 1とText 2の関係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76072" y="1901952"/>
            <a:ext cx="11039551" cy="0"/>
          </a:xfrm>
          <a:prstGeom prst="line">
            <a:avLst/>
          </a:prstGeom>
          <a:noFill/>
          <a:ln w="17780">
            <a:solidFill>
              <a:srgbClr val="32201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421063" y="1627632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単位、YYYY年</a:t>
            </a:r>
            <a:endParaRPr lang="en-US" sz="85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1206104" y="2062668"/>
          <a:ext cx="10484236" cy="3922949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4" name="Shape 11"/>
          <p:cNvSpPr/>
          <p:nvPr/>
        </p:nvSpPr>
        <p:spPr>
          <a:xfrm>
            <a:off x="1434704" y="5757017"/>
            <a:ext cx="9935596" cy="0"/>
          </a:xfrm>
          <a:prstGeom prst="line">
            <a:avLst/>
          </a:prstGeom>
          <a:noFill/>
          <a:ln w="19050">
            <a:solidFill>
              <a:srgbClr val="322014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434704" y="2199828"/>
            <a:ext cx="0" cy="3557189"/>
          </a:xfrm>
          <a:prstGeom prst="line">
            <a:avLst/>
          </a:prstGeom>
          <a:noFill/>
          <a:ln w="19050">
            <a:solidFill>
              <a:srgbClr val="322014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104434" y="2199828"/>
            <a:ext cx="0" cy="3557189"/>
          </a:xfrm>
          <a:prstGeom prst="line">
            <a:avLst/>
          </a:prstGeom>
          <a:noFill/>
          <a:ln w="13970">
            <a:solidFill>
              <a:srgbClr val="C5A681"/>
            </a:solidFill>
            <a:prstDash val="dash"/>
          </a:ln>
        </p:spPr>
      </p:sp>
      <p:sp>
        <p:nvSpPr>
          <p:cNvPr id="17" name="Text 14"/>
          <p:cNvSpPr/>
          <p:nvPr/>
        </p:nvSpPr>
        <p:spPr>
          <a:xfrm>
            <a:off x="6195874" y="225469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平均（ラベル 4）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562720" y="227663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392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13が高い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1562720" y="5427833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392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14が低い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7584684" y="5427833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5A392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15が大きい →</a:t>
            </a:r>
            <a:endParaRPr lang="en-US" sz="1000" dirty="0"/>
          </a:p>
        </p:txBody>
      </p:sp>
      <p:sp>
        <p:nvSpPr>
          <p:cNvPr id="21" name="TextBox 20"/>
          <p:cNvSpPr txBox="1"/>
          <p:nvPr/>
        </p:nvSpPr>
        <p:spPr>
          <a:xfrm>
            <a:off x="10015423" y="6565392"/>
            <a:ext cx="11887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50" b="0">
                <a:solidFill>
                  <a:srgbClr val="8A7B6B"/>
                </a:solidFill>
                <a:latin typeface="Yu Gothic"/>
              </a:rPr>
              <a:t>PPTX・HTML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320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スライド型カタログ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043623" y="4114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03  BIG_STAT_PAIR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76072" y="784555"/>
            <a:ext cx="11039551" cy="0"/>
          </a:xfrm>
          <a:prstGeom prst="line">
            <a:avLst/>
          </a:prstGeom>
          <a:noFill/>
          <a:ln w="13970">
            <a:solidFill>
              <a:srgbClr val="322014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76072" y="914400"/>
            <a:ext cx="1103955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大型数値の対比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76072" y="6245352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出典：Source 1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76072" y="6483096"/>
            <a:ext cx="11039551" cy="0"/>
          </a:xfrm>
          <a:prstGeom prst="line">
            <a:avLst/>
          </a:prstGeom>
          <a:noFill/>
          <a:ln w="8890">
            <a:solidFill>
              <a:srgbClr val="E2DCD2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76072" y="65653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スライド型カタログ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249863" y="65653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24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76072" y="2178272"/>
            <a:ext cx="11039551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指標名、単位、YYYY〜YYYY年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76072" y="2946368"/>
            <a:ext cx="5154016" cy="1371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5A392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18%</a:t>
            </a:r>
            <a:endParaRPr lang="en-US" sz="7200" dirty="0"/>
          </a:p>
        </p:txBody>
      </p:sp>
      <p:sp>
        <p:nvSpPr>
          <p:cNvPr id="12" name="Text 10"/>
          <p:cNvSpPr/>
          <p:nvPr/>
        </p:nvSpPr>
        <p:spPr>
          <a:xfrm>
            <a:off x="576072" y="4500848"/>
            <a:ext cx="5154016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ラベル1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76072" y="5278088"/>
            <a:ext cx="5154016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注：前提や注記を記載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461608" y="2946368"/>
            <a:ext cx="5154016" cy="1371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5A392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</a:t>
            </a:r>
            <a:endParaRPr lang="en-US" sz="7200" dirty="0"/>
          </a:p>
        </p:txBody>
      </p:sp>
      <p:sp>
        <p:nvSpPr>
          <p:cNvPr id="15" name="Text 13"/>
          <p:cNvSpPr/>
          <p:nvPr/>
        </p:nvSpPr>
        <p:spPr>
          <a:xfrm>
            <a:off x="6461608" y="4500848"/>
            <a:ext cx="5154016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ラベル2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61608" y="5278088"/>
            <a:ext cx="5154016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注：前提や注記を記載</a:t>
            </a:r>
            <a:endParaRPr lang="en-US" sz="1150" dirty="0"/>
          </a:p>
        </p:txBody>
      </p:sp>
      <p:sp>
        <p:nvSpPr>
          <p:cNvPr id="17" name="TextBox 16"/>
          <p:cNvSpPr txBox="1"/>
          <p:nvPr/>
        </p:nvSpPr>
        <p:spPr>
          <a:xfrm>
            <a:off x="10015423" y="6565392"/>
            <a:ext cx="11887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50" b="0">
                <a:solidFill>
                  <a:srgbClr val="8A7B6B"/>
                </a:solidFill>
                <a:latin typeface="Yu Gothic"/>
              </a:rPr>
              <a:t>PPTX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320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スライド型カタログ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043623" y="4114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04  KPI_DASHBOARD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76072" y="784555"/>
            <a:ext cx="11039551" cy="0"/>
          </a:xfrm>
          <a:prstGeom prst="line">
            <a:avLst/>
          </a:prstGeom>
          <a:noFill/>
          <a:ln w="13970">
            <a:solidFill>
              <a:srgbClr val="322014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76072" y="914400"/>
            <a:ext cx="1103955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KPI一覧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76072" y="6245352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出典：Source 1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76072" y="6483096"/>
            <a:ext cx="11039551" cy="0"/>
          </a:xfrm>
          <a:prstGeom prst="line">
            <a:avLst/>
          </a:prstGeom>
          <a:noFill/>
          <a:ln w="8890">
            <a:solidFill>
              <a:srgbClr val="E2DCD2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76072" y="65653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スライド型カタログ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249863" y="65653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25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576072" y="2978087"/>
            <a:ext cx="2485568" cy="0"/>
          </a:xfrm>
          <a:prstGeom prst="line">
            <a:avLst/>
          </a:prstGeom>
          <a:noFill/>
          <a:ln w="25400">
            <a:solidFill>
              <a:srgbClr val="32201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6072" y="3124391"/>
            <a:ext cx="2485568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76072" y="3435287"/>
            <a:ext cx="2485568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5A392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-18%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576072" y="4166807"/>
            <a:ext cx="2485568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A392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1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76072" y="4486846"/>
            <a:ext cx="2485568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注：前提や注記を記載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427400" y="2978087"/>
            <a:ext cx="2485568" cy="0"/>
          </a:xfrm>
          <a:prstGeom prst="line">
            <a:avLst/>
          </a:prstGeom>
          <a:noFill/>
          <a:ln w="25400">
            <a:solidFill>
              <a:srgbClr val="32201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27400" y="3124391"/>
            <a:ext cx="2485568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427400" y="3435287"/>
            <a:ext cx="2485568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5A392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 days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3427400" y="4166807"/>
            <a:ext cx="2485568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A392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2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427400" y="4486846"/>
            <a:ext cx="2485568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注：前提や注記を記載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78728" y="2978087"/>
            <a:ext cx="2485568" cy="0"/>
          </a:xfrm>
          <a:prstGeom prst="line">
            <a:avLst/>
          </a:prstGeom>
          <a:noFill/>
          <a:ln w="25400">
            <a:solidFill>
              <a:srgbClr val="32201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78728" y="3124391"/>
            <a:ext cx="2485568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278728" y="3435287"/>
            <a:ext cx="2485568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5A392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 / 4</a:t>
            </a:r>
            <a:endParaRPr lang="en-US" sz="3400" dirty="0"/>
          </a:p>
        </p:txBody>
      </p:sp>
      <p:sp>
        <p:nvSpPr>
          <p:cNvPr id="23" name="Text 21"/>
          <p:cNvSpPr/>
          <p:nvPr/>
        </p:nvSpPr>
        <p:spPr>
          <a:xfrm>
            <a:off x="6278728" y="4166807"/>
            <a:ext cx="2485568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A392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3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278728" y="4486846"/>
            <a:ext cx="2485568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注：前提や注記を記載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9130055" y="2978087"/>
            <a:ext cx="2485568" cy="0"/>
          </a:xfrm>
          <a:prstGeom prst="line">
            <a:avLst/>
          </a:prstGeom>
          <a:noFill/>
          <a:ln w="25400">
            <a:solidFill>
              <a:srgbClr val="32201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30055" y="3124391"/>
            <a:ext cx="2485568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ラベル4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130055" y="3435287"/>
            <a:ext cx="2485568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5A392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$6M</a:t>
            </a:r>
            <a:endParaRPr lang="en-US" sz="3400" dirty="0"/>
          </a:p>
        </p:txBody>
      </p:sp>
      <p:sp>
        <p:nvSpPr>
          <p:cNvPr id="28" name="Text 26"/>
          <p:cNvSpPr/>
          <p:nvPr/>
        </p:nvSpPr>
        <p:spPr>
          <a:xfrm>
            <a:off x="9130055" y="4166807"/>
            <a:ext cx="2485568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A392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4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130055" y="4486846"/>
            <a:ext cx="2485568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注：前提や注記を記載</a:t>
            </a:r>
            <a:endParaRPr lang="en-US" sz="1100" dirty="0"/>
          </a:p>
        </p:txBody>
      </p:sp>
      <p:sp>
        <p:nvSpPr>
          <p:cNvPr id="30" name="TextBox 29"/>
          <p:cNvSpPr txBox="1"/>
          <p:nvPr/>
        </p:nvSpPr>
        <p:spPr>
          <a:xfrm>
            <a:off x="10015423" y="6565392"/>
            <a:ext cx="11887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50" b="0">
                <a:solidFill>
                  <a:srgbClr val="8A7B6B"/>
                </a:solidFill>
                <a:latin typeface="Yu Gothic"/>
              </a:rPr>
              <a:t>PPTX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320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スライド型カタログ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043623" y="4114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パーツ07｜大型数値の表＋読み取り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76072" y="784555"/>
            <a:ext cx="11039551" cy="0"/>
          </a:xfrm>
          <a:prstGeom prst="line">
            <a:avLst/>
          </a:prstGeom>
          <a:noFill/>
          <a:ln w="13970">
            <a:solidFill>
              <a:srgbClr val="322014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76072" y="914400"/>
            <a:ext cx="1103955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大型数値の表＋読み取り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76072" y="6245352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出典：Source 1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76072" y="6483096"/>
            <a:ext cx="11039551" cy="0"/>
          </a:xfrm>
          <a:prstGeom prst="line">
            <a:avLst/>
          </a:prstGeom>
          <a:noFill/>
          <a:ln w="8890">
            <a:solidFill>
              <a:srgbClr val="E2DCD2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76072" y="65653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スライド型カタログ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249863" y="65653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26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76072" y="1572768"/>
            <a:ext cx="623493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5A3921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数値で見るText 1の現状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76072" y="1901952"/>
            <a:ext cx="6234931" cy="0"/>
          </a:xfrm>
          <a:prstGeom prst="line">
            <a:avLst/>
          </a:prstGeom>
          <a:noFill/>
          <a:ln w="17780">
            <a:solidFill>
              <a:srgbClr val="322014"/>
            </a:solidFill>
            <a:prstDash val="solid"/>
          </a:ln>
        </p:spPr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6072" y="2029968"/>
          <a:ext cx="6234931" cy="914400"/>
        </p:xfrm>
        <a:graphic>
          <a:graphicData uri="http://schemas.openxmlformats.org/drawingml/2006/table">
            <a:tbl>
              <a:tblPr/>
              <a:tblGrid>
                <a:gridCol w="1584000"/>
                <a:gridCol w="1224000"/>
                <a:gridCol w="3426931"/>
              </a:tblGrid>
              <a:tr h="1380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5A3921"/>
                          </a:solidFill>
                          <a:latin typeface="Yu Mincho Demibold" pitchFamily="34" charset="0"/>
                          <a:ea typeface="Yu Mincho Demibold" pitchFamily="34" charset="-122"/>
                          <a:cs typeface="Yu Mincho Demibold" pitchFamily="34" charset="-120"/>
                        </a:rPr>
                        <a:t>ラベル 2</a:t>
                      </a:r>
                      <a:endParaRPr lang="en-US" sz="1100" dirty="0">
                        <a:latin typeface="Yu Mincho Demibold" charset="0"/>
                        <a:ea typeface="Yu Mincho Demibold" charset="0"/>
                        <a:cs typeface="Yu Mincho Demibold" charset="0"/>
                      </a:endParaRPr>
                    </a:p>
                  </a:txBody>
                  <a:tcPr marL="91440" marR="54864" marT="54864" marB="54864" anchor="ctr">
                    <a:lnL w="0" cap="flat" cmpd="sng" algn="ctr">
                      <a:noFill/>
                    </a:lnL>
                    <a:lnR w="17780" cap="flat" cmpd="sng" algn="ctr">
                      <a:solidFill>
                        <a:srgbClr val="3220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ラベル 3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Text 1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80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5A3921"/>
                          </a:solidFill>
                          <a:latin typeface="Yu Mincho Demibold" pitchFamily="34" charset="0"/>
                          <a:ea typeface="Yu Mincho Demibold" pitchFamily="34" charset="-122"/>
                          <a:cs typeface="Yu Mincho Demibold" pitchFamily="34" charset="-120"/>
                        </a:rPr>
                        <a:t>ラベル 4</a:t>
                      </a:r>
                      <a:endParaRPr lang="en-US" sz="1100" dirty="0">
                        <a:latin typeface="Yu Mincho Demibold" charset="0"/>
                        <a:ea typeface="Yu Mincho Demibold" charset="0"/>
                        <a:cs typeface="Yu Mincho Demibold" charset="0"/>
                      </a:endParaRPr>
                    </a:p>
                  </a:txBody>
                  <a:tcPr marL="91440" marR="54864" marT="54864" marB="54864" anchor="ctr">
                    <a:lnL w="0" cap="flat" cmpd="sng" algn="ctr">
                      <a:noFill/>
                    </a:lnL>
                    <a:lnR w="17780" cap="flat" cmpd="sng" algn="ctr">
                      <a:solidFill>
                        <a:srgbClr val="3220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ラベル 5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Text 2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80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5A3921"/>
                          </a:solidFill>
                          <a:latin typeface="Yu Mincho Demibold" pitchFamily="34" charset="0"/>
                          <a:ea typeface="Yu Mincho Demibold" pitchFamily="34" charset="-122"/>
                          <a:cs typeface="Yu Mincho Demibold" pitchFamily="34" charset="-120"/>
                        </a:rPr>
                        <a:t>ラベル 6</a:t>
                      </a:r>
                      <a:endParaRPr lang="en-US" sz="1100" dirty="0">
                        <a:latin typeface="Yu Mincho Demibold" charset="0"/>
                        <a:ea typeface="Yu Mincho Demibold" charset="0"/>
                        <a:cs typeface="Yu Mincho Demibold" charset="0"/>
                      </a:endParaRPr>
                    </a:p>
                  </a:txBody>
                  <a:tcPr marL="91440" marR="54864" marT="54864" marB="54864" anchor="ctr">
                    <a:lnL w="0" cap="flat" cmpd="sng" algn="ctr">
                      <a:noFill/>
                    </a:lnL>
                    <a:lnR w="17780" cap="flat" cmpd="sng" algn="ctr">
                      <a:solidFill>
                        <a:srgbClr val="3220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ラベル 7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Text 3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 rot="5400000">
            <a:off x="6955003" y="3764484"/>
            <a:ext cx="360000" cy="216000"/>
          </a:xfrm>
          <a:prstGeom prst="triangle">
            <a:avLst/>
          </a:prstGeom>
          <a:solidFill>
            <a:srgbClr val="C5A681"/>
          </a:solidFill>
          <a:ln/>
        </p:spPr>
      </p:sp>
      <p:sp>
        <p:nvSpPr>
          <p:cNvPr id="14" name="Text 11"/>
          <p:cNvSpPr/>
          <p:nvPr/>
        </p:nvSpPr>
        <p:spPr>
          <a:xfrm>
            <a:off x="7459003" y="1572768"/>
            <a:ext cx="41566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5A3921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だから、こう読める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459003" y="1901952"/>
            <a:ext cx="4156620" cy="0"/>
          </a:xfrm>
          <a:prstGeom prst="line">
            <a:avLst/>
          </a:prstGeom>
          <a:noFill/>
          <a:ln w="17780">
            <a:solidFill>
              <a:srgbClr val="32201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459003" y="2029968"/>
            <a:ext cx="4156620" cy="4142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152400" indent="-152400">
              <a:spcAft>
                <a:spcPts val="1300"/>
              </a:spcAft>
              <a:buSzPct val="100000"/>
              <a:buChar char="•"/>
            </a:pPr>
            <a:r>
              <a:rPr lang="en-US" sz="10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4</a:t>
            </a:r>
            <a:endParaRPr lang="en-US" sz="1000" dirty="0"/>
          </a:p>
          <a:p>
            <a:pPr marL="152400" indent="-152400">
              <a:spcAft>
                <a:spcPts val="1300"/>
              </a:spcAft>
              <a:buSzPct val="100000"/>
              <a:buChar char="•"/>
            </a:pPr>
            <a:r>
              <a:rPr lang="en-US" sz="10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5</a:t>
            </a:r>
            <a:endParaRPr lang="en-US" sz="1000" dirty="0"/>
          </a:p>
          <a:p>
            <a:pPr marL="152400" indent="-152400">
              <a:spcAft>
                <a:spcPts val="1300"/>
              </a:spcAft>
              <a:buSzPct val="100000"/>
              <a:buChar char="•"/>
            </a:pPr>
            <a:r>
              <a:rPr lang="en-US" sz="10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6</a:t>
            </a:r>
            <a:endParaRPr lang="en-US" sz="1000" dirty="0"/>
          </a:p>
        </p:txBody>
      </p:sp>
      <p:sp>
        <p:nvSpPr>
          <p:cNvPr id="28" name="TextBox 27"/>
          <p:cNvSpPr txBox="1"/>
          <p:nvPr/>
        </p:nvSpPr>
        <p:spPr>
          <a:xfrm>
            <a:off x="10015423" y="6565392"/>
            <a:ext cx="11887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50" b="0">
                <a:solidFill>
                  <a:srgbClr val="8A7B6B"/>
                </a:solidFill>
                <a:latin typeface="Yu Gothic"/>
              </a:rPr>
              <a:t>PPTX・HTML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320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スライド型カタログ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043623" y="4114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76072" y="784555"/>
            <a:ext cx="11039551" cy="0"/>
          </a:xfrm>
          <a:prstGeom prst="line">
            <a:avLst/>
          </a:prstGeom>
          <a:noFill/>
          <a:ln w="13970">
            <a:solidFill>
              <a:srgbClr val="32201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76072" y="2869200"/>
            <a:ext cx="7920000" cy="23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300" kern="0" dirty="0">
                <a:solidFill>
                  <a:srgbClr val="5A3921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C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76072" y="3337200"/>
            <a:ext cx="7920000" cy="46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比較・評価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76072" y="3949200"/>
            <a:ext cx="7920000" cy="288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A392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選択肢や対象を軸で並べて優劣・強弱を見せる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76072" y="6245352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576072" y="6483096"/>
            <a:ext cx="11039551" cy="0"/>
          </a:xfrm>
          <a:prstGeom prst="line">
            <a:avLst/>
          </a:prstGeom>
          <a:noFill/>
          <a:ln w="8890">
            <a:solidFill>
              <a:srgbClr val="E2DCD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6072" y="65653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スライド型カタログ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1249863" y="65653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27</a:t>
            </a:r>
            <a:endParaRPr lang="en-US" sz="7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320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スライド型カタログ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043623" y="4114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  COMPARISON_TABLE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76072" y="784555"/>
            <a:ext cx="11039551" cy="0"/>
          </a:xfrm>
          <a:prstGeom prst="line">
            <a:avLst/>
          </a:prstGeom>
          <a:noFill/>
          <a:ln w="13970">
            <a:solidFill>
              <a:srgbClr val="322014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76072" y="914400"/>
            <a:ext cx="1103955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選択肢の比較表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76072" y="6245352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出典：Source 1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76072" y="6483096"/>
            <a:ext cx="11039551" cy="0"/>
          </a:xfrm>
          <a:prstGeom prst="line">
            <a:avLst/>
          </a:prstGeom>
          <a:noFill/>
          <a:ln w="8890">
            <a:solidFill>
              <a:srgbClr val="E2DCD2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76072" y="65653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スライド型カタログ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249863" y="65653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28</a:t>
            </a:r>
            <a:endParaRPr lang="en-US" sz="75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6072" y="2029968"/>
          <a:ext cx="11091672" cy="3950208"/>
        </p:xfrm>
        <a:graphic>
          <a:graphicData uri="http://schemas.openxmlformats.org/drawingml/2006/table">
            <a:tbl>
              <a:tblPr/>
              <a:tblGrid>
                <a:gridCol w="2194560"/>
                <a:gridCol w="2194560"/>
                <a:gridCol w="2194560"/>
                <a:gridCol w="4507992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評価軸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0" marR="76200" marT="63500" marB="1143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3220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自社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0" marR="76200" marT="63500" marB="1143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3220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競合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0" marR="76200" marT="63500" marB="1143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3220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含意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0" marR="76200" marT="63500" marB="1143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3220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ラベル1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0" marR="76200" marT="63500" marB="1143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ラベル2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0" marR="76200" marT="63500" marB="1143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ラベル3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0" marR="76200" marT="63500" marB="1143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127000" indent="-127000">
                        <a:buSzPct val="100000"/>
                        <a:buChar char="•"/>
                      </a:pPr>
                      <a:r>
                        <a:rPr lang="en-US" sz="1050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Text 1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  <a:p>
                      <a:pPr algn="l" marL="127000" indent="-127000">
                        <a:buSzPct val="100000"/>
                        <a:buChar char="•"/>
                      </a:pPr>
                      <a:r>
                        <a:rPr lang="en-US" sz="1050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Text 2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0" marR="76200" marT="63500" marB="1143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ラベル4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0" marR="76200" marT="63500" marB="1143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ラベル5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0" marR="76200" marT="63500" marB="1143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ラベル6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0" marR="76200" marT="63500" marB="1143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127000" indent="-127000">
                        <a:buSzPct val="100000"/>
                        <a:buChar char="•"/>
                      </a:pPr>
                      <a:r>
                        <a:rPr lang="en-US" sz="1050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Text 3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  <a:p>
                      <a:pPr algn="l" marL="127000" indent="-127000">
                        <a:buSzPct val="100000"/>
                        <a:buChar char="•"/>
                      </a:pPr>
                      <a:r>
                        <a:rPr lang="en-US" sz="1050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Text 4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0" marR="76200" marT="63500" marB="1143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ラベル7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0" marR="76200" marT="63500" marB="1143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ラベル8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0" marR="76200" marT="63500" marB="1143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ラベル9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0" marR="76200" marT="63500" marB="1143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127000" indent="-127000">
                        <a:buSzPct val="100000"/>
                        <a:buChar char="•"/>
                      </a:pPr>
                      <a:r>
                        <a:rPr lang="en-US" sz="1050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Text 5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  <a:p>
                      <a:pPr algn="l" marL="127000" indent="-127000">
                        <a:buSzPct val="100000"/>
                        <a:buChar char="•"/>
                      </a:pPr>
                      <a:r>
                        <a:rPr lang="en-US" sz="1050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Text 6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0" marR="76200" marT="63500" marB="1143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0" name="TextBox 29"/>
          <p:cNvSpPr txBox="1"/>
          <p:nvPr/>
        </p:nvSpPr>
        <p:spPr>
          <a:xfrm>
            <a:off x="10015423" y="6565392"/>
            <a:ext cx="11887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50" b="0">
                <a:solidFill>
                  <a:srgbClr val="8A7B6B"/>
                </a:solidFill>
                <a:latin typeface="Yu Gothic"/>
              </a:rPr>
              <a:t>PPTX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320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スライド型カタログ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043623" y="4114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11  SCENARIO_TABLE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76072" y="784555"/>
            <a:ext cx="11039551" cy="0"/>
          </a:xfrm>
          <a:prstGeom prst="line">
            <a:avLst/>
          </a:prstGeom>
          <a:noFill/>
          <a:ln w="13970">
            <a:solidFill>
              <a:srgbClr val="322014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76072" y="914400"/>
            <a:ext cx="1103955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シナリオ比較表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76072" y="6245352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注：前提・注記を記載 出典：Source 1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76072" y="6483096"/>
            <a:ext cx="11039551" cy="0"/>
          </a:xfrm>
          <a:prstGeom prst="line">
            <a:avLst/>
          </a:prstGeom>
          <a:noFill/>
          <a:ln w="8890">
            <a:solidFill>
              <a:srgbClr val="E2DCD2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76072" y="65653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スライド型カタログ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249863" y="65653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29</a:t>
            </a:r>
            <a:endParaRPr lang="en-US" sz="75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6072" y="2029968"/>
          <a:ext cx="11091672" cy="3950208"/>
        </p:xfrm>
        <a:graphic>
          <a:graphicData uri="http://schemas.openxmlformats.org/drawingml/2006/table">
            <a:tbl>
              <a:tblPr/>
              <a:tblGrid>
                <a:gridCol w="1554480"/>
                <a:gridCol w="1737360"/>
                <a:gridCol w="3931920"/>
                <a:gridCol w="3867912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シナリオ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0" marR="76200" marT="63500" marB="1143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3220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結果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0" marR="76200" marT="63500" marB="1143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3220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前提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0" marR="76200" marT="63500" marB="1143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3220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経営への含意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0" marR="76200" marT="63500" marB="1143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3220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ラベル1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0" marR="76200" marT="63500" marB="1143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5A392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Text 1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0" marR="76200" marT="63500" marB="1143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127000" indent="-127000">
                        <a:buSzPct val="100000"/>
                        <a:buChar char="•"/>
                      </a:pPr>
                      <a:r>
                        <a:rPr lang="en-US" sz="1050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前提1-1：TextをTextと置く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  <a:p>
                      <a:pPr algn="l" marL="127000" indent="-127000">
                        <a:buSzPct val="100000"/>
                        <a:buChar char="•"/>
                      </a:pPr>
                      <a:r>
                        <a:rPr lang="en-US" sz="1050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前提1-2：Textは変わらないとする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0" marR="76200" marT="63500" marB="1143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127000" indent="-127000">
                        <a:buSzPct val="100000"/>
                        <a:buChar char="•"/>
                      </a:pPr>
                      <a:r>
                        <a:rPr lang="en-US" sz="1050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Text 1をText 2まで積み増す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  <a:p>
                      <a:pPr algn="l" marL="127000" indent="-127000">
                        <a:buSzPct val="100000"/>
                        <a:buChar char="•"/>
                      </a:pPr>
                      <a:r>
                        <a:rPr lang="en-US" sz="1050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Text 3の判断をN月に前倒す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0" marR="76200" marT="63500" marB="1143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ラベル2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0" marR="76200" marT="63500" marB="1143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5A392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Text 4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0" marR="76200" marT="63500" marB="1143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127000" indent="-127000">
                        <a:buSzPct val="100000"/>
                        <a:buChar char="•"/>
                      </a:pPr>
                      <a:r>
                        <a:rPr lang="en-US" sz="1050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前提2-1：TextをTextと置く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  <a:p>
                      <a:pPr algn="l" marL="127000" indent="-127000">
                        <a:buSzPct val="100000"/>
                        <a:buChar char="•"/>
                      </a:pPr>
                      <a:r>
                        <a:rPr lang="en-US" sz="1050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前提2-2：Textは変わらないとする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0" marR="76200" marT="63500" marB="1143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127000" indent="-127000">
                        <a:buSzPct val="100000"/>
                        <a:buChar char="•"/>
                      </a:pPr>
                      <a:r>
                        <a:rPr lang="en-US" sz="1050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Text 4をText 5まで積み増す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  <a:p>
                      <a:pPr algn="l" marL="127000" indent="-127000">
                        <a:buSzPct val="100000"/>
                        <a:buChar char="•"/>
                      </a:pPr>
                      <a:r>
                        <a:rPr lang="en-US" sz="1050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Text 6の判断をN月に前倒す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0" marR="76200" marT="63500" marB="1143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ラベル3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0" marR="76200" marT="63500" marB="1143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5A392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Text 7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0" marR="76200" marT="63500" marB="1143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127000" indent="-127000">
                        <a:buSzPct val="100000"/>
                        <a:buChar char="•"/>
                      </a:pPr>
                      <a:r>
                        <a:rPr lang="en-US" sz="1050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前提3-1：TextをTextと置く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  <a:p>
                      <a:pPr algn="l" marL="127000" indent="-127000">
                        <a:buSzPct val="100000"/>
                        <a:buChar char="•"/>
                      </a:pPr>
                      <a:r>
                        <a:rPr lang="en-US" sz="1050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前提3-2：Textは変わらないとする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0" marR="76200" marT="63500" marB="1143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127000" indent="-127000">
                        <a:buSzPct val="100000"/>
                        <a:buChar char="•"/>
                      </a:pPr>
                      <a:r>
                        <a:rPr lang="en-US" sz="1050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Text 7をText 8まで積み増す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  <a:p>
                      <a:pPr algn="l" marL="127000" indent="-127000">
                        <a:buSzPct val="100000"/>
                        <a:buChar char="•"/>
                      </a:pPr>
                      <a:r>
                        <a:rPr lang="en-US" sz="1050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Text 9の判断をN月に前倒す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0" marR="76200" marT="63500" marB="1143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10015423" y="6565392"/>
            <a:ext cx="11887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50" b="0">
                <a:solidFill>
                  <a:srgbClr val="8A7B6B"/>
                </a:solidFill>
                <a:latin typeface="Yu Gothic"/>
              </a:rPr>
              <a:t>PPTX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320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スライド型カタログ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043623" y="4114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12  RISK_TABLE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76072" y="784555"/>
            <a:ext cx="11039551" cy="0"/>
          </a:xfrm>
          <a:prstGeom prst="line">
            <a:avLst/>
          </a:prstGeom>
          <a:noFill/>
          <a:ln w="13970">
            <a:solidFill>
              <a:srgbClr val="322014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76072" y="914400"/>
            <a:ext cx="1103955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リスク一覧表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76072" y="6245352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出典：Source 1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76072" y="6483096"/>
            <a:ext cx="11039551" cy="0"/>
          </a:xfrm>
          <a:prstGeom prst="line">
            <a:avLst/>
          </a:prstGeom>
          <a:noFill/>
          <a:ln w="8890">
            <a:solidFill>
              <a:srgbClr val="E2DCD2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76072" y="65653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スライド型カタログ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249863" y="65653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30</a:t>
            </a:r>
            <a:endParaRPr lang="en-US" sz="75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6072" y="2029968"/>
          <a:ext cx="11091672" cy="3950208"/>
        </p:xfrm>
        <a:graphic>
          <a:graphicData uri="http://schemas.openxmlformats.org/drawingml/2006/table">
            <a:tbl>
              <a:tblPr/>
              <a:tblGrid>
                <a:gridCol w="2834640"/>
                <a:gridCol w="2560320"/>
                <a:gridCol w="4572000"/>
                <a:gridCol w="1124712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リスク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0" marR="76200" marT="63500" marB="1143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3220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兆候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0" marR="76200" marT="63500" marB="1143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3220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対応策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0" marR="76200" marT="63500" marB="1143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3220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担当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0" marR="76200" marT="63500" marB="1143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3220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Text 1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0" marR="76200" marT="63500" marB="1143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127000" indent="-127000">
                        <a:buSzPct val="100000"/>
                        <a:buChar char="•"/>
                      </a:pPr>
                      <a:r>
                        <a:rPr lang="en-US" sz="1050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Text 1がNを下回る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  <a:p>
                      <a:pPr algn="l" marL="127000" indent="-127000">
                        <a:buSzPct val="100000"/>
                        <a:buChar char="•"/>
                      </a:pPr>
                      <a:r>
                        <a:rPr lang="en-US" sz="1050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Text 2のNがNか月続く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0" marR="76200" marT="63500" marB="1143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127000" indent="-127000">
                        <a:buSzPct val="100000"/>
                        <a:buChar char="•"/>
                      </a:pPr>
                      <a:r>
                        <a:rPr lang="en-US" sz="1050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Text 3を先に確保する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  <a:p>
                      <a:pPr algn="l" marL="127000" indent="-127000">
                        <a:buSzPct val="100000"/>
                        <a:buChar char="•"/>
                      </a:pPr>
                      <a:r>
                        <a:rPr lang="en-US" sz="1050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Text 4の代替案を用意する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0" marR="76200" marT="63500" marB="1143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ラベル1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0" marR="76200" marT="63500" marB="1143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Text 4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0" marR="76200" marT="63500" marB="1143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127000" indent="-127000">
                        <a:buSzPct val="100000"/>
                        <a:buChar char="•"/>
                      </a:pPr>
                      <a:r>
                        <a:rPr lang="en-US" sz="1050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Text 5がNを下回る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  <a:p>
                      <a:pPr algn="l" marL="127000" indent="-127000">
                        <a:buSzPct val="100000"/>
                        <a:buChar char="•"/>
                      </a:pPr>
                      <a:r>
                        <a:rPr lang="en-US" sz="1050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Text 6のNがNか月続く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0" marR="76200" marT="63500" marB="1143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127000" indent="-127000">
                        <a:buSzPct val="100000"/>
                        <a:buChar char="•"/>
                      </a:pPr>
                      <a:r>
                        <a:rPr lang="en-US" sz="1050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Text 7を先に確保する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  <a:p>
                      <a:pPr algn="l" marL="127000" indent="-127000">
                        <a:buSzPct val="100000"/>
                        <a:buChar char="•"/>
                      </a:pPr>
                      <a:r>
                        <a:rPr lang="en-US" sz="1050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Text 8の代替案を用意する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0" marR="76200" marT="63500" marB="1143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ラベル2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0" marR="76200" marT="63500" marB="1143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Text 7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0" marR="76200" marT="63500" marB="1143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127000" indent="-127000">
                        <a:buSzPct val="100000"/>
                        <a:buChar char="•"/>
                      </a:pPr>
                      <a:r>
                        <a:rPr lang="en-US" sz="1050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Text 9がNを下回る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  <a:p>
                      <a:pPr algn="l" marL="127000" indent="-127000">
                        <a:buSzPct val="100000"/>
                        <a:buChar char="•"/>
                      </a:pPr>
                      <a:r>
                        <a:rPr lang="en-US" sz="1050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Text 10のNがNか月続く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0" marR="76200" marT="63500" marB="1143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127000" indent="-127000">
                        <a:buSzPct val="100000"/>
                        <a:buChar char="•"/>
                      </a:pPr>
                      <a:r>
                        <a:rPr lang="en-US" sz="1050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Text 11を先に確保する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  <a:p>
                      <a:pPr algn="l" marL="127000" indent="-127000">
                        <a:buSzPct val="100000"/>
                        <a:buChar char="•"/>
                      </a:pPr>
                      <a:r>
                        <a:rPr lang="en-US" sz="1050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Text 12の代替案を用意する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0" marR="76200" marT="63500" marB="1143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ラベル3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0" marR="76200" marT="63500" marB="1143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2" name="TextBox 31"/>
          <p:cNvSpPr txBox="1"/>
          <p:nvPr/>
        </p:nvSpPr>
        <p:spPr>
          <a:xfrm>
            <a:off x="10015423" y="6565392"/>
            <a:ext cx="11887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50" b="0">
                <a:solidFill>
                  <a:srgbClr val="8A7B6B"/>
                </a:solidFill>
                <a:latin typeface="Yu Gothic"/>
              </a:rPr>
              <a:t>PPTX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320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スライド型カタログ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043623" y="4114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13  HORIZONTAL_AXIS_TABLE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76072" y="784555"/>
            <a:ext cx="11039551" cy="0"/>
          </a:xfrm>
          <a:prstGeom prst="line">
            <a:avLst/>
          </a:prstGeom>
          <a:noFill/>
          <a:ln w="13970">
            <a:solidFill>
              <a:srgbClr val="322014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76072" y="914400"/>
            <a:ext cx="1103955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横軸評価表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76072" y="6245352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出典：Source 1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76072" y="6483096"/>
            <a:ext cx="11039551" cy="0"/>
          </a:xfrm>
          <a:prstGeom prst="line">
            <a:avLst/>
          </a:prstGeom>
          <a:noFill/>
          <a:ln w="8890">
            <a:solidFill>
              <a:srgbClr val="E2DCD2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76072" y="65653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スライド型カタログ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249863" y="65653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31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76072" y="2075688"/>
            <a:ext cx="11039551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●  網掛けの行＝Text 1（この行だけ立てている理由を1行で）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76072" y="2404872"/>
            <a:ext cx="11039551" cy="0"/>
          </a:xfrm>
          <a:prstGeom prst="line">
            <a:avLst/>
          </a:prstGeom>
          <a:noFill/>
          <a:ln w="7620">
            <a:solidFill>
              <a:srgbClr val="8A7B6B"/>
            </a:solidFill>
            <a:prstDash val="sysDot"/>
          </a:ln>
        </p:spPr>
      </p:sp>
      <p:sp>
        <p:nvSpPr>
          <p:cNvPr id="12" name="Text 10"/>
          <p:cNvSpPr/>
          <p:nvPr/>
        </p:nvSpPr>
        <p:spPr>
          <a:xfrm>
            <a:off x="576072" y="2578608"/>
            <a:ext cx="1304814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列見出し1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76072" y="2926080"/>
            <a:ext cx="1304814" cy="0"/>
          </a:xfrm>
          <a:prstGeom prst="line">
            <a:avLst/>
          </a:prstGeom>
          <a:noFill/>
          <a:ln w="20320">
            <a:solidFill>
              <a:srgbClr val="32201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063766" y="2578608"/>
            <a:ext cx="274011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列見出し2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063766" y="2926080"/>
            <a:ext cx="2740110" cy="0"/>
          </a:xfrm>
          <a:prstGeom prst="line">
            <a:avLst/>
          </a:prstGeom>
          <a:noFill/>
          <a:ln w="20320">
            <a:solidFill>
              <a:srgbClr val="32201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86756" y="2578608"/>
            <a:ext cx="3001072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列見出し3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986756" y="2926080"/>
            <a:ext cx="3001072" cy="0"/>
          </a:xfrm>
          <a:prstGeom prst="line">
            <a:avLst/>
          </a:prstGeom>
          <a:noFill/>
          <a:ln w="20320">
            <a:solidFill>
              <a:srgbClr val="32201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70708" y="2578608"/>
            <a:ext cx="1565777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列見出し4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170708" y="2926080"/>
            <a:ext cx="1565777" cy="0"/>
          </a:xfrm>
          <a:prstGeom prst="line">
            <a:avLst/>
          </a:prstGeom>
          <a:noFill/>
          <a:ln w="20320">
            <a:solidFill>
              <a:srgbClr val="32201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919365" y="2578608"/>
            <a:ext cx="1696258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列見出し5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919365" y="2926080"/>
            <a:ext cx="1696258" cy="0"/>
          </a:xfrm>
          <a:prstGeom prst="line">
            <a:avLst/>
          </a:prstGeom>
          <a:noFill/>
          <a:ln w="20320">
            <a:solidFill>
              <a:srgbClr val="32201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30352" y="3044952"/>
            <a:ext cx="11130991" cy="832104"/>
          </a:xfrm>
          <a:prstGeom prst="rect">
            <a:avLst/>
          </a:prstGeom>
          <a:solidFill>
            <a:srgbClr val="EFEEE8"/>
          </a:solidFill>
          <a:ln/>
        </p:spPr>
      </p:sp>
      <p:sp>
        <p:nvSpPr>
          <p:cNvPr id="23" name="Text 21"/>
          <p:cNvSpPr/>
          <p:nvPr/>
        </p:nvSpPr>
        <p:spPr>
          <a:xfrm>
            <a:off x="576072" y="3118104"/>
            <a:ext cx="1304814" cy="7589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値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2063766" y="3118104"/>
            <a:ext cx="2740110" cy="7589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値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986756" y="3118104"/>
            <a:ext cx="3001072" cy="7589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値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170708" y="3118104"/>
            <a:ext cx="1565777" cy="7589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値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9919365" y="3118104"/>
            <a:ext cx="1696258" cy="7589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値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76072" y="3913632"/>
            <a:ext cx="11039551" cy="0"/>
          </a:xfrm>
          <a:prstGeom prst="line">
            <a:avLst/>
          </a:prstGeom>
          <a:noFill/>
          <a:ln w="6350">
            <a:solidFill>
              <a:srgbClr val="E2DCD2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576072" y="3986784"/>
            <a:ext cx="1304814" cy="7589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値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2063766" y="3986784"/>
            <a:ext cx="2740110" cy="7589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値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986756" y="3986784"/>
            <a:ext cx="3001072" cy="7589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値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8170708" y="3986784"/>
            <a:ext cx="1565777" cy="7589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値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9919365" y="3986784"/>
            <a:ext cx="1696258" cy="7589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値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76072" y="4782312"/>
            <a:ext cx="11039551" cy="0"/>
          </a:xfrm>
          <a:prstGeom prst="line">
            <a:avLst/>
          </a:prstGeom>
          <a:noFill/>
          <a:ln w="6350">
            <a:solidFill>
              <a:srgbClr val="E2DCD2"/>
            </a:solidFill>
            <a:prstDash val="dash"/>
          </a:ln>
        </p:spPr>
      </p:sp>
      <p:sp>
        <p:nvSpPr>
          <p:cNvPr id="35" name="Text 33"/>
          <p:cNvSpPr/>
          <p:nvPr/>
        </p:nvSpPr>
        <p:spPr>
          <a:xfrm>
            <a:off x="576072" y="4855464"/>
            <a:ext cx="1304814" cy="7589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値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2063766" y="4855464"/>
            <a:ext cx="2740110" cy="7589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値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986756" y="4855464"/>
            <a:ext cx="3001072" cy="7589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値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8170708" y="4855464"/>
            <a:ext cx="1565777" cy="7589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値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9919365" y="4855464"/>
            <a:ext cx="1696258" cy="7589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値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576072" y="5650992"/>
            <a:ext cx="11039551" cy="0"/>
          </a:xfrm>
          <a:prstGeom prst="line">
            <a:avLst/>
          </a:prstGeom>
          <a:noFill/>
          <a:ln w="6350">
            <a:solidFill>
              <a:srgbClr val="E2DCD2"/>
            </a:solidFill>
            <a:prstDash val="dash"/>
          </a:ln>
        </p:spPr>
      </p:sp>
      <p:sp>
        <p:nvSpPr>
          <p:cNvPr id="41" name="TextBox 40"/>
          <p:cNvSpPr txBox="1"/>
          <p:nvPr/>
        </p:nvSpPr>
        <p:spPr>
          <a:xfrm>
            <a:off x="10015423" y="6565392"/>
            <a:ext cx="11887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50" b="0">
                <a:solidFill>
                  <a:srgbClr val="8A7B6B"/>
                </a:solidFill>
                <a:latin typeface="Yu Gothic"/>
              </a:rPr>
              <a:t>PPTX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320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スライド型カタログ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043623" y="4114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14  HEATMAP_TABLE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76072" y="784555"/>
            <a:ext cx="11039551" cy="0"/>
          </a:xfrm>
          <a:prstGeom prst="line">
            <a:avLst/>
          </a:prstGeom>
          <a:noFill/>
          <a:ln w="13970">
            <a:solidFill>
              <a:srgbClr val="322014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76072" y="914400"/>
            <a:ext cx="1103955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ヒートマップ表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76072" y="6245352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出典：Source 1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76072" y="6483096"/>
            <a:ext cx="11039551" cy="0"/>
          </a:xfrm>
          <a:prstGeom prst="line">
            <a:avLst/>
          </a:prstGeom>
          <a:noFill/>
          <a:ln w="8890">
            <a:solidFill>
              <a:srgbClr val="E2DCD2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76072" y="65653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スライド型カタログ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249863" y="65653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32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76072" y="2011680"/>
            <a:ext cx="237744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行の軸名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2953512" y="2011680"/>
            <a:ext cx="2092376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列見出し1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953512" y="2340864"/>
            <a:ext cx="2092376" cy="0"/>
          </a:xfrm>
          <a:prstGeom prst="line">
            <a:avLst/>
          </a:prstGeom>
          <a:noFill/>
          <a:ln w="17780">
            <a:solidFill>
              <a:srgbClr val="32201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19040" y="2011680"/>
            <a:ext cx="2092376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列見出し2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119040" y="2340864"/>
            <a:ext cx="2092376" cy="0"/>
          </a:xfrm>
          <a:prstGeom prst="line">
            <a:avLst/>
          </a:prstGeom>
          <a:noFill/>
          <a:ln w="17780">
            <a:solidFill>
              <a:srgbClr val="32201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284568" y="2011680"/>
            <a:ext cx="2092376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列見出し3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284568" y="2340864"/>
            <a:ext cx="2092376" cy="0"/>
          </a:xfrm>
          <a:prstGeom prst="line">
            <a:avLst/>
          </a:prstGeom>
          <a:noFill/>
          <a:ln w="17780">
            <a:solidFill>
              <a:srgbClr val="32201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450095" y="2011680"/>
            <a:ext cx="2092376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列見出し4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450095" y="2340864"/>
            <a:ext cx="2092376" cy="0"/>
          </a:xfrm>
          <a:prstGeom prst="line">
            <a:avLst/>
          </a:prstGeom>
          <a:noFill/>
          <a:ln w="17780">
            <a:solidFill>
              <a:srgbClr val="32201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76072" y="2660904"/>
            <a:ext cx="228600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行見出し1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953512" y="2514600"/>
            <a:ext cx="2092376" cy="658368"/>
          </a:xfrm>
          <a:prstGeom prst="rect">
            <a:avLst/>
          </a:prstGeom>
          <a:solidFill>
            <a:srgbClr val="5A3921"/>
          </a:solidFill>
          <a:ln/>
        </p:spPr>
      </p:sp>
      <p:sp>
        <p:nvSpPr>
          <p:cNvPr id="21" name="Text 19"/>
          <p:cNvSpPr/>
          <p:nvPr/>
        </p:nvSpPr>
        <p:spPr>
          <a:xfrm>
            <a:off x="2953512" y="2514600"/>
            <a:ext cx="2092376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高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119040" y="2514600"/>
            <a:ext cx="2092376" cy="658368"/>
          </a:xfrm>
          <a:prstGeom prst="rect">
            <a:avLst/>
          </a:prstGeom>
          <a:solidFill>
            <a:srgbClr val="C5A681"/>
          </a:solidFill>
          <a:ln/>
        </p:spPr>
      </p:sp>
      <p:sp>
        <p:nvSpPr>
          <p:cNvPr id="23" name="Text 21"/>
          <p:cNvSpPr/>
          <p:nvPr/>
        </p:nvSpPr>
        <p:spPr>
          <a:xfrm>
            <a:off x="5119040" y="2514600"/>
            <a:ext cx="2092376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284568" y="2514600"/>
            <a:ext cx="2092376" cy="658368"/>
          </a:xfrm>
          <a:prstGeom prst="rect">
            <a:avLst/>
          </a:prstGeom>
          <a:solidFill>
            <a:srgbClr val="EFEEE8"/>
          </a:solidFill>
          <a:ln/>
        </p:spPr>
      </p:sp>
      <p:sp>
        <p:nvSpPr>
          <p:cNvPr id="25" name="Text 23"/>
          <p:cNvSpPr/>
          <p:nvPr/>
        </p:nvSpPr>
        <p:spPr>
          <a:xfrm>
            <a:off x="7284568" y="2514600"/>
            <a:ext cx="2092376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低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9450095" y="2514600"/>
            <a:ext cx="2092376" cy="658368"/>
          </a:xfrm>
          <a:prstGeom prst="rect">
            <a:avLst/>
          </a:prstGeom>
          <a:solidFill>
            <a:srgbClr val="C5A681"/>
          </a:solidFill>
          <a:ln/>
        </p:spPr>
      </p:sp>
      <p:sp>
        <p:nvSpPr>
          <p:cNvPr id="27" name="Text 25"/>
          <p:cNvSpPr/>
          <p:nvPr/>
        </p:nvSpPr>
        <p:spPr>
          <a:xfrm>
            <a:off x="9450095" y="2514600"/>
            <a:ext cx="2092376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76072" y="3392424"/>
            <a:ext cx="228600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行見出し2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953512" y="3246120"/>
            <a:ext cx="2092376" cy="658368"/>
          </a:xfrm>
          <a:prstGeom prst="rect">
            <a:avLst/>
          </a:prstGeom>
          <a:solidFill>
            <a:srgbClr val="C5A681"/>
          </a:solidFill>
          <a:ln/>
        </p:spPr>
      </p:sp>
      <p:sp>
        <p:nvSpPr>
          <p:cNvPr id="30" name="Text 28"/>
          <p:cNvSpPr/>
          <p:nvPr/>
        </p:nvSpPr>
        <p:spPr>
          <a:xfrm>
            <a:off x="2953512" y="3246120"/>
            <a:ext cx="2092376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5119040" y="3246120"/>
            <a:ext cx="2092376" cy="658368"/>
          </a:xfrm>
          <a:prstGeom prst="rect">
            <a:avLst/>
          </a:prstGeom>
          <a:solidFill>
            <a:srgbClr val="EFEEE8"/>
          </a:solidFill>
          <a:ln/>
        </p:spPr>
      </p:sp>
      <p:sp>
        <p:nvSpPr>
          <p:cNvPr id="32" name="Text 30"/>
          <p:cNvSpPr/>
          <p:nvPr/>
        </p:nvSpPr>
        <p:spPr>
          <a:xfrm>
            <a:off x="5119040" y="3246120"/>
            <a:ext cx="2092376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低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7284568" y="3246120"/>
            <a:ext cx="2092376" cy="658368"/>
          </a:xfrm>
          <a:prstGeom prst="rect">
            <a:avLst/>
          </a:prstGeom>
          <a:ln w="6350">
            <a:solidFill>
              <a:srgbClr val="E2DCD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284568" y="3246120"/>
            <a:ext cx="2092376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なし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9450095" y="3246120"/>
            <a:ext cx="2092376" cy="658368"/>
          </a:xfrm>
          <a:prstGeom prst="rect">
            <a:avLst/>
          </a:prstGeom>
          <a:solidFill>
            <a:srgbClr val="EFEEE8"/>
          </a:solidFill>
          <a:ln/>
        </p:spPr>
      </p:sp>
      <p:sp>
        <p:nvSpPr>
          <p:cNvPr id="36" name="Text 34"/>
          <p:cNvSpPr/>
          <p:nvPr/>
        </p:nvSpPr>
        <p:spPr>
          <a:xfrm>
            <a:off x="9450095" y="3246120"/>
            <a:ext cx="2092376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低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576072" y="4123944"/>
            <a:ext cx="228600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行見出し3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2953512" y="3977640"/>
            <a:ext cx="2092376" cy="658368"/>
          </a:xfrm>
          <a:prstGeom prst="rect">
            <a:avLst/>
          </a:prstGeom>
          <a:solidFill>
            <a:srgbClr val="5A3921"/>
          </a:solidFill>
          <a:ln/>
        </p:spPr>
      </p:sp>
      <p:sp>
        <p:nvSpPr>
          <p:cNvPr id="39" name="Text 37"/>
          <p:cNvSpPr/>
          <p:nvPr/>
        </p:nvSpPr>
        <p:spPr>
          <a:xfrm>
            <a:off x="2953512" y="3977640"/>
            <a:ext cx="2092376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高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5119040" y="3977640"/>
            <a:ext cx="2092376" cy="658368"/>
          </a:xfrm>
          <a:prstGeom prst="rect">
            <a:avLst/>
          </a:prstGeom>
          <a:solidFill>
            <a:srgbClr val="5A3921"/>
          </a:solidFill>
          <a:ln/>
        </p:spPr>
      </p:sp>
      <p:sp>
        <p:nvSpPr>
          <p:cNvPr id="41" name="Text 39"/>
          <p:cNvSpPr/>
          <p:nvPr/>
        </p:nvSpPr>
        <p:spPr>
          <a:xfrm>
            <a:off x="5119040" y="3977640"/>
            <a:ext cx="2092376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高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7284568" y="3977640"/>
            <a:ext cx="2092376" cy="658368"/>
          </a:xfrm>
          <a:prstGeom prst="rect">
            <a:avLst/>
          </a:prstGeom>
          <a:solidFill>
            <a:srgbClr val="C5A681"/>
          </a:solidFill>
          <a:ln/>
        </p:spPr>
      </p:sp>
      <p:sp>
        <p:nvSpPr>
          <p:cNvPr id="43" name="Text 41"/>
          <p:cNvSpPr/>
          <p:nvPr/>
        </p:nvSpPr>
        <p:spPr>
          <a:xfrm>
            <a:off x="7284568" y="3977640"/>
            <a:ext cx="2092376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9450095" y="3977640"/>
            <a:ext cx="2092376" cy="658368"/>
          </a:xfrm>
          <a:prstGeom prst="rect">
            <a:avLst/>
          </a:prstGeom>
          <a:solidFill>
            <a:srgbClr val="5A3921"/>
          </a:solidFill>
          <a:ln/>
        </p:spPr>
      </p:sp>
      <p:sp>
        <p:nvSpPr>
          <p:cNvPr id="45" name="Text 43"/>
          <p:cNvSpPr/>
          <p:nvPr/>
        </p:nvSpPr>
        <p:spPr>
          <a:xfrm>
            <a:off x="9450095" y="3977640"/>
            <a:ext cx="2092376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高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576072" y="4855464"/>
            <a:ext cx="228600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行見出し4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2953512" y="4709160"/>
            <a:ext cx="2092376" cy="658368"/>
          </a:xfrm>
          <a:prstGeom prst="rect">
            <a:avLst/>
          </a:prstGeom>
          <a:solidFill>
            <a:srgbClr val="C5A681"/>
          </a:solidFill>
          <a:ln/>
        </p:spPr>
      </p:sp>
      <p:sp>
        <p:nvSpPr>
          <p:cNvPr id="48" name="Text 46"/>
          <p:cNvSpPr/>
          <p:nvPr/>
        </p:nvSpPr>
        <p:spPr>
          <a:xfrm>
            <a:off x="2953512" y="4709160"/>
            <a:ext cx="2092376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5119040" y="4709160"/>
            <a:ext cx="2092376" cy="658368"/>
          </a:xfrm>
          <a:prstGeom prst="rect">
            <a:avLst/>
          </a:prstGeom>
          <a:solidFill>
            <a:srgbClr val="EFEEE8"/>
          </a:solidFill>
          <a:ln/>
        </p:spPr>
      </p:sp>
      <p:sp>
        <p:nvSpPr>
          <p:cNvPr id="50" name="Text 48"/>
          <p:cNvSpPr/>
          <p:nvPr/>
        </p:nvSpPr>
        <p:spPr>
          <a:xfrm>
            <a:off x="5119040" y="4709160"/>
            <a:ext cx="2092376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低</a:t>
            </a:r>
            <a:endParaRPr lang="en-US" sz="1150" dirty="0"/>
          </a:p>
        </p:txBody>
      </p:sp>
      <p:sp>
        <p:nvSpPr>
          <p:cNvPr id="51" name="Shape 49"/>
          <p:cNvSpPr/>
          <p:nvPr/>
        </p:nvSpPr>
        <p:spPr>
          <a:xfrm>
            <a:off x="7284568" y="4709160"/>
            <a:ext cx="2092376" cy="658368"/>
          </a:xfrm>
          <a:prstGeom prst="rect">
            <a:avLst/>
          </a:prstGeom>
          <a:ln w="6350">
            <a:solidFill>
              <a:srgbClr val="E2DCD2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284568" y="4709160"/>
            <a:ext cx="2092376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なし</a:t>
            </a:r>
            <a:endParaRPr lang="en-US" sz="1150" dirty="0"/>
          </a:p>
        </p:txBody>
      </p:sp>
      <p:sp>
        <p:nvSpPr>
          <p:cNvPr id="53" name="Shape 51"/>
          <p:cNvSpPr/>
          <p:nvPr/>
        </p:nvSpPr>
        <p:spPr>
          <a:xfrm>
            <a:off x="9450095" y="4709160"/>
            <a:ext cx="2092376" cy="658368"/>
          </a:xfrm>
          <a:prstGeom prst="rect">
            <a:avLst/>
          </a:prstGeom>
          <a:solidFill>
            <a:srgbClr val="EFEEE8"/>
          </a:solidFill>
          <a:ln/>
        </p:spPr>
      </p:sp>
      <p:sp>
        <p:nvSpPr>
          <p:cNvPr id="54" name="Text 52"/>
          <p:cNvSpPr/>
          <p:nvPr/>
        </p:nvSpPr>
        <p:spPr>
          <a:xfrm>
            <a:off x="9450095" y="4709160"/>
            <a:ext cx="2092376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低</a:t>
            </a:r>
            <a:endParaRPr lang="en-US" sz="1150" dirty="0"/>
          </a:p>
        </p:txBody>
      </p:sp>
      <p:sp>
        <p:nvSpPr>
          <p:cNvPr id="55" name="Shape 53"/>
          <p:cNvSpPr/>
          <p:nvPr/>
        </p:nvSpPr>
        <p:spPr>
          <a:xfrm>
            <a:off x="576072" y="5577840"/>
            <a:ext cx="201168" cy="201168"/>
          </a:xfrm>
          <a:prstGeom prst="rect">
            <a:avLst/>
          </a:prstGeom>
          <a:ln w="6350">
            <a:solidFill>
              <a:srgbClr val="E2DCD2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68680" y="5577840"/>
            <a:ext cx="155448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なし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2496312" y="5577840"/>
            <a:ext cx="201168" cy="201168"/>
          </a:xfrm>
          <a:prstGeom prst="rect">
            <a:avLst/>
          </a:prstGeom>
          <a:solidFill>
            <a:srgbClr val="EFEEE8"/>
          </a:solidFill>
          <a:ln/>
        </p:spPr>
      </p:sp>
      <p:sp>
        <p:nvSpPr>
          <p:cNvPr id="58" name="Text 56"/>
          <p:cNvSpPr/>
          <p:nvPr/>
        </p:nvSpPr>
        <p:spPr>
          <a:xfrm>
            <a:off x="2788920" y="5577840"/>
            <a:ext cx="155448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低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4416552" y="5577840"/>
            <a:ext cx="201168" cy="201168"/>
          </a:xfrm>
          <a:prstGeom prst="rect">
            <a:avLst/>
          </a:prstGeom>
          <a:solidFill>
            <a:srgbClr val="C5A681"/>
          </a:solidFill>
          <a:ln/>
        </p:spPr>
      </p:sp>
      <p:sp>
        <p:nvSpPr>
          <p:cNvPr id="60" name="Text 58"/>
          <p:cNvSpPr/>
          <p:nvPr/>
        </p:nvSpPr>
        <p:spPr>
          <a:xfrm>
            <a:off x="4709160" y="5577840"/>
            <a:ext cx="155448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6336792" y="5577840"/>
            <a:ext cx="201168" cy="201168"/>
          </a:xfrm>
          <a:prstGeom prst="rect">
            <a:avLst/>
          </a:prstGeom>
          <a:solidFill>
            <a:srgbClr val="5A3921"/>
          </a:solidFill>
          <a:ln/>
        </p:spPr>
      </p:sp>
      <p:sp>
        <p:nvSpPr>
          <p:cNvPr id="62" name="Text 60"/>
          <p:cNvSpPr/>
          <p:nvPr/>
        </p:nvSpPr>
        <p:spPr>
          <a:xfrm>
            <a:off x="6629400" y="5577840"/>
            <a:ext cx="155448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高</a:t>
            </a:r>
            <a:endParaRPr lang="en-US" sz="1100" dirty="0"/>
          </a:p>
        </p:txBody>
      </p:sp>
      <p:sp>
        <p:nvSpPr>
          <p:cNvPr id="63" name="TextBox 62"/>
          <p:cNvSpPr txBox="1"/>
          <p:nvPr/>
        </p:nvSpPr>
        <p:spPr>
          <a:xfrm>
            <a:off x="10015423" y="6565392"/>
            <a:ext cx="11887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50" b="0">
                <a:solidFill>
                  <a:srgbClr val="8A7B6B"/>
                </a:solidFill>
                <a:latin typeface="Yu Gothic"/>
              </a:rPr>
              <a:t>PPTX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320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スライド型カタログ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043623" y="4114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15  MATRIX_2X2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76072" y="784555"/>
            <a:ext cx="11039551" cy="0"/>
          </a:xfrm>
          <a:prstGeom prst="line">
            <a:avLst/>
          </a:prstGeom>
          <a:noFill/>
          <a:ln w="13970">
            <a:solidFill>
              <a:srgbClr val="322014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76072" y="914400"/>
            <a:ext cx="1103955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2×2マトリクス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76072" y="6245352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出典：Source 1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76072" y="6483096"/>
            <a:ext cx="11039551" cy="0"/>
          </a:xfrm>
          <a:prstGeom prst="line">
            <a:avLst/>
          </a:prstGeom>
          <a:noFill/>
          <a:ln w="8890">
            <a:solidFill>
              <a:srgbClr val="E2DCD2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76072" y="65653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スライド型カタログ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249863" y="65653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33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576072" y="5678424"/>
            <a:ext cx="6217920" cy="0"/>
          </a:xfrm>
          <a:prstGeom prst="line">
            <a:avLst/>
          </a:prstGeom>
          <a:noFill/>
          <a:ln w="13970">
            <a:solidFill>
              <a:srgbClr val="32201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76072" y="2066544"/>
            <a:ext cx="0" cy="3611880"/>
          </a:xfrm>
          <a:prstGeom prst="line">
            <a:avLst/>
          </a:prstGeom>
          <a:noFill/>
          <a:ln w="13970">
            <a:solidFill>
              <a:srgbClr val="32201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85032" y="2066544"/>
            <a:ext cx="0" cy="3611880"/>
          </a:xfrm>
          <a:prstGeom prst="line">
            <a:avLst/>
          </a:prstGeom>
          <a:noFill/>
          <a:ln w="8890">
            <a:solidFill>
              <a:srgbClr val="E2DCD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76072" y="3872484"/>
            <a:ext cx="6217920" cy="0"/>
          </a:xfrm>
          <a:prstGeom prst="line">
            <a:avLst/>
          </a:prstGeom>
          <a:noFill/>
          <a:ln w="8890">
            <a:solidFill>
              <a:srgbClr val="E2DCD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6072" y="1792224"/>
            <a:ext cx="292608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縦軸名（上ほど高い）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867912" y="5733288"/>
            <a:ext cx="292608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横軸名（右ほど高い）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22622" y="2768803"/>
            <a:ext cx="1060704" cy="329184"/>
          </a:xfrm>
          <a:prstGeom prst="rect">
            <a:avLst/>
          </a:prstGeom>
          <a:solidFill>
            <a:srgbClr val="5A3921"/>
          </a:solidFill>
          <a:ln/>
        </p:spPr>
      </p:sp>
      <p:sp>
        <p:nvSpPr>
          <p:cNvPr id="17" name="Text 15"/>
          <p:cNvSpPr/>
          <p:nvPr/>
        </p:nvSpPr>
        <p:spPr>
          <a:xfrm>
            <a:off x="4568342" y="2814523"/>
            <a:ext cx="969264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7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施策1</a:t>
            </a:r>
            <a:endParaRPr lang="en-US" sz="770" dirty="0"/>
          </a:p>
        </p:txBody>
      </p:sp>
      <p:sp>
        <p:nvSpPr>
          <p:cNvPr id="18" name="Shape 16"/>
          <p:cNvSpPr/>
          <p:nvPr/>
        </p:nvSpPr>
        <p:spPr>
          <a:xfrm>
            <a:off x="4273906" y="3418942"/>
            <a:ext cx="1060704" cy="329184"/>
          </a:xfrm>
          <a:prstGeom prst="rect">
            <a:avLst/>
          </a:prstGeom>
          <a:solidFill>
            <a:srgbClr val="5A3921"/>
          </a:solidFill>
          <a:ln/>
        </p:spPr>
      </p:sp>
      <p:sp>
        <p:nvSpPr>
          <p:cNvPr id="19" name="Text 17"/>
          <p:cNvSpPr/>
          <p:nvPr/>
        </p:nvSpPr>
        <p:spPr>
          <a:xfrm>
            <a:off x="4319626" y="3464662"/>
            <a:ext cx="969264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7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施策2</a:t>
            </a:r>
            <a:endParaRPr lang="en-US" sz="770" dirty="0"/>
          </a:p>
        </p:txBody>
      </p:sp>
      <p:sp>
        <p:nvSpPr>
          <p:cNvPr id="20" name="Shape 18"/>
          <p:cNvSpPr/>
          <p:nvPr/>
        </p:nvSpPr>
        <p:spPr>
          <a:xfrm>
            <a:off x="2221992" y="3021635"/>
            <a:ext cx="1060704" cy="329184"/>
          </a:xfrm>
          <a:prstGeom prst="rect">
            <a:avLst/>
          </a:prstGeom>
          <a:ln w="7620">
            <a:solidFill>
              <a:srgbClr val="5A392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67712" y="3067355"/>
            <a:ext cx="969264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7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施策3</a:t>
            </a:r>
            <a:endParaRPr lang="en-US" sz="770" dirty="0"/>
          </a:p>
        </p:txBody>
      </p:sp>
      <p:sp>
        <p:nvSpPr>
          <p:cNvPr id="22" name="Shape 20"/>
          <p:cNvSpPr/>
          <p:nvPr/>
        </p:nvSpPr>
        <p:spPr>
          <a:xfrm>
            <a:off x="2905963" y="4141318"/>
            <a:ext cx="1060704" cy="329184"/>
          </a:xfrm>
          <a:prstGeom prst="rect">
            <a:avLst/>
          </a:prstGeom>
          <a:ln w="7620">
            <a:solidFill>
              <a:srgbClr val="5A392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951683" y="4187038"/>
            <a:ext cx="969264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7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施策4</a:t>
            </a:r>
            <a:endParaRPr lang="en-US" sz="770" dirty="0"/>
          </a:p>
        </p:txBody>
      </p:sp>
      <p:sp>
        <p:nvSpPr>
          <p:cNvPr id="24" name="Shape 22"/>
          <p:cNvSpPr/>
          <p:nvPr/>
        </p:nvSpPr>
        <p:spPr>
          <a:xfrm>
            <a:off x="1475842" y="4574743"/>
            <a:ext cx="1060704" cy="329184"/>
          </a:xfrm>
          <a:prstGeom prst="rect">
            <a:avLst/>
          </a:prstGeom>
          <a:ln w="7620">
            <a:solidFill>
              <a:srgbClr val="5A392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521562" y="4620463"/>
            <a:ext cx="969264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7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施策5</a:t>
            </a:r>
            <a:endParaRPr lang="en-US" sz="770" dirty="0"/>
          </a:p>
        </p:txBody>
      </p:sp>
      <p:sp>
        <p:nvSpPr>
          <p:cNvPr id="26" name="Text 24"/>
          <p:cNvSpPr/>
          <p:nvPr/>
        </p:nvSpPr>
        <p:spPr>
          <a:xfrm>
            <a:off x="7315200" y="2130552"/>
            <a:ext cx="402336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タイトル 2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452360" y="2907792"/>
            <a:ext cx="3657600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1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7452360" y="3410712"/>
            <a:ext cx="3657600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2</a:t>
            </a:r>
            <a:endParaRPr lang="en-US" sz="1250" dirty="0"/>
          </a:p>
        </p:txBody>
      </p:sp>
      <p:sp>
        <p:nvSpPr>
          <p:cNvPr id="29" name="TextBox 28"/>
          <p:cNvSpPr txBox="1"/>
          <p:nvPr/>
        </p:nvSpPr>
        <p:spPr>
          <a:xfrm>
            <a:off x="10015423" y="6565392"/>
            <a:ext cx="11887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50" b="0">
                <a:solidFill>
                  <a:srgbClr val="8A7B6B"/>
                </a:solidFill>
                <a:latin typeface="Yu Gothic"/>
              </a:rPr>
              <a:t>PPTX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320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スライド型カタログ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043623" y="4114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パーツ09｜軸のある表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76072" y="784555"/>
            <a:ext cx="11039551" cy="0"/>
          </a:xfrm>
          <a:prstGeom prst="line">
            <a:avLst/>
          </a:prstGeom>
          <a:noFill/>
          <a:ln w="13970">
            <a:solidFill>
              <a:srgbClr val="322014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76072" y="914400"/>
            <a:ext cx="1103955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軸のある表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76072" y="6245352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出典：Source 1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76072" y="6483096"/>
            <a:ext cx="11039551" cy="0"/>
          </a:xfrm>
          <a:prstGeom prst="line">
            <a:avLst/>
          </a:prstGeom>
          <a:noFill/>
          <a:ln w="8890">
            <a:solidFill>
              <a:srgbClr val="E2DCD2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76072" y="65653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スライド型カタログ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249863" y="65653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34</a:t>
            </a:r>
            <a:endParaRPr lang="en-US" sz="75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6072" y="1572768"/>
          <a:ext cx="11039551" cy="914400"/>
        </p:xfrm>
        <a:graphic>
          <a:graphicData uri="http://schemas.openxmlformats.org/drawingml/2006/table">
            <a:tbl>
              <a:tblPr/>
              <a:tblGrid>
                <a:gridCol w="1876002"/>
                <a:gridCol w="3824158"/>
                <a:gridCol w="2525388"/>
                <a:gridCol w="2814003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ラベル 1（軸）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18288" marB="54864" anchor="b">
                    <a:lnL w="0" cap="flat" cmpd="sng" algn="ctr">
                      <a:noFill/>
                    </a:lnL>
                    <a:lnR w="17780" cap="flat" cmpd="sng" algn="ctr">
                      <a:solidFill>
                        <a:srgbClr val="3220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7780" cap="flat" cmpd="sng" algn="ctr">
                      <a:solidFill>
                        <a:srgbClr val="3220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ラベル 2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18288" marB="54864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7780" cap="flat" cmpd="sng" algn="ctr">
                      <a:solidFill>
                        <a:srgbClr val="3220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ラベル 3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18288" marB="54864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7780" cap="flat" cmpd="sng" algn="ctr">
                      <a:solidFill>
                        <a:srgbClr val="3220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ラベル 4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18288" marB="54864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7780" cap="flat" cmpd="sng" algn="ctr">
                      <a:solidFill>
                        <a:srgbClr val="3220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112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5A3921"/>
                          </a:solidFill>
                          <a:latin typeface="Yu Mincho Demibold" pitchFamily="34" charset="0"/>
                          <a:ea typeface="Yu Mincho Demibold" pitchFamily="34" charset="-122"/>
                          <a:cs typeface="Yu Mincho Demibold" pitchFamily="34" charset="-120"/>
                        </a:rPr>
                        <a:t>ラベル 5</a:t>
                      </a:r>
                      <a:endParaRPr lang="en-US" sz="1000" dirty="0">
                        <a:latin typeface="Yu Mincho Demibold" charset="0"/>
                        <a:ea typeface="Yu Mincho Demibold" charset="0"/>
                        <a:cs typeface="Yu Mincho Demibold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17780" cap="flat" cmpd="sng" algn="ctr">
                      <a:solidFill>
                        <a:srgbClr val="3220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Text 1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ラベル 6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127000" indent="-127000">
                        <a:buSzPct val="100000"/>
                        <a:buChar char="•"/>
                      </a:pPr>
                      <a:r>
                        <a:rPr lang="en-US" sz="1000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Text 1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  <a:p>
                      <a:pPr algn="l" marL="127000" indent="-127000">
                        <a:buSzPct val="100000"/>
                        <a:buChar char="•"/>
                      </a:pPr>
                      <a:r>
                        <a:rPr lang="en-US" sz="1000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Text 2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112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5A3921"/>
                          </a:solidFill>
                          <a:latin typeface="Yu Mincho Demibold" pitchFamily="34" charset="0"/>
                          <a:ea typeface="Yu Mincho Demibold" pitchFamily="34" charset="-122"/>
                          <a:cs typeface="Yu Mincho Demibold" pitchFamily="34" charset="-120"/>
                        </a:rPr>
                        <a:t>ラベル 8</a:t>
                      </a:r>
                      <a:endParaRPr lang="en-US" sz="1000" dirty="0">
                        <a:latin typeface="Yu Mincho Demibold" charset="0"/>
                        <a:ea typeface="Yu Mincho Demibold" charset="0"/>
                        <a:cs typeface="Yu Mincho Demibold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17780" cap="flat" cmpd="sng" algn="ctr">
                      <a:solidFill>
                        <a:srgbClr val="3220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Text 2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ラベル 9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127000" indent="-127000">
                        <a:buSzPct val="100000"/>
                        <a:buChar char="•"/>
                      </a:pPr>
                      <a:r>
                        <a:rPr lang="en-US" sz="1000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Text 3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  <a:p>
                      <a:pPr algn="l" marL="127000" indent="-127000">
                        <a:buSzPct val="100000"/>
                        <a:buChar char="•"/>
                      </a:pPr>
                      <a:r>
                        <a:rPr lang="en-US" sz="1000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Text 4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112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5A3921"/>
                          </a:solidFill>
                          <a:latin typeface="Yu Mincho Demibold" pitchFamily="34" charset="0"/>
                          <a:ea typeface="Yu Mincho Demibold" pitchFamily="34" charset="-122"/>
                          <a:cs typeface="Yu Mincho Demibold" pitchFamily="34" charset="-120"/>
                        </a:rPr>
                        <a:t>ラベル 11</a:t>
                      </a:r>
                      <a:endParaRPr lang="en-US" sz="1000" dirty="0">
                        <a:latin typeface="Yu Mincho Demibold" charset="0"/>
                        <a:ea typeface="Yu Mincho Demibold" charset="0"/>
                        <a:cs typeface="Yu Mincho Demibold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17780" cap="flat" cmpd="sng" algn="ctr">
                      <a:solidFill>
                        <a:srgbClr val="3220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Text 3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ラベル 12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marL="127000" indent="-127000">
                        <a:buSzPct val="100000"/>
                        <a:buChar char="•"/>
                      </a:pPr>
                      <a:r>
                        <a:rPr lang="en-US" sz="1000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Text 5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  <a:p>
                      <a:pPr algn="l" marL="127000" indent="-127000">
                        <a:buSzPct val="100000"/>
                        <a:buChar char="•"/>
                      </a:pPr>
                      <a:r>
                        <a:rPr lang="en-US" sz="1000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Text 6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36" name="TextBox 35"/>
          <p:cNvSpPr txBox="1"/>
          <p:nvPr/>
        </p:nvSpPr>
        <p:spPr>
          <a:xfrm>
            <a:off x="10015423" y="6565392"/>
            <a:ext cx="11887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50" b="0">
                <a:solidFill>
                  <a:srgbClr val="8A7B6B"/>
                </a:solidFill>
                <a:latin typeface="Yu Gothic"/>
              </a:rPr>
              <a:t>PPTX・HTML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320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スライド型カタログ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043623" y="4114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パーツ14｜充足度評価表（ハーベイボール）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76072" y="784555"/>
            <a:ext cx="11039551" cy="0"/>
          </a:xfrm>
          <a:prstGeom prst="line">
            <a:avLst/>
          </a:prstGeom>
          <a:noFill/>
          <a:ln w="13970">
            <a:solidFill>
              <a:srgbClr val="322014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76072" y="914400"/>
            <a:ext cx="1103955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充足度評価表（ハーベイボール）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76072" y="6245352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出典：Source 1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76072" y="6483096"/>
            <a:ext cx="11039551" cy="0"/>
          </a:xfrm>
          <a:prstGeom prst="line">
            <a:avLst/>
          </a:prstGeom>
          <a:noFill/>
          <a:ln w="8890">
            <a:solidFill>
              <a:srgbClr val="E2DCD2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76072" y="65653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スライド型カタログ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249863" y="65653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35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9012406" y="1617984"/>
            <a:ext cx="165600" cy="165600"/>
          </a:xfrm>
          <a:prstGeom prst="ellipse">
            <a:avLst/>
          </a:prstGeom>
          <a:solidFill>
            <a:srgbClr val="322014"/>
          </a:solidFill>
          <a:ln/>
        </p:spPr>
      </p:sp>
      <p:sp>
        <p:nvSpPr>
          <p:cNvPr id="11" name="Text 9"/>
          <p:cNvSpPr/>
          <p:nvPr/>
        </p:nvSpPr>
        <p:spPr>
          <a:xfrm>
            <a:off x="9232006" y="1609344"/>
            <a:ext cx="3602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満たす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9808279" y="1617984"/>
            <a:ext cx="165600" cy="165600"/>
          </a:xfrm>
          <a:prstGeom prst="pie">
            <a:avLst>
              <a:gd name="adj1" fmla="val 16200000"/>
              <a:gd name="adj2" fmla="val 5400000"/>
            </a:avLst>
          </a:prstGeom>
          <a:solidFill>
            <a:srgbClr val="322014"/>
          </a:solidFill>
          <a:ln/>
        </p:spPr>
      </p:sp>
      <p:sp>
        <p:nvSpPr>
          <p:cNvPr id="13" name="Shape 11"/>
          <p:cNvSpPr/>
          <p:nvPr/>
        </p:nvSpPr>
        <p:spPr>
          <a:xfrm>
            <a:off x="9808279" y="1617984"/>
            <a:ext cx="165600" cy="165600"/>
          </a:xfrm>
          <a:prstGeom prst="ellipse">
            <a:avLst/>
          </a:prstGeom>
          <a:ln w="9525">
            <a:solidFill>
              <a:srgbClr val="32201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27879" y="1609344"/>
            <a:ext cx="576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一部満たす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10819951" y="1617984"/>
            <a:ext cx="165600" cy="165600"/>
          </a:xfrm>
          <a:prstGeom prst="ellipse">
            <a:avLst/>
          </a:prstGeom>
          <a:ln w="9525">
            <a:solidFill>
              <a:srgbClr val="32201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039551" y="1609344"/>
            <a:ext cx="576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満たさない</a:t>
            </a:r>
            <a:endParaRPr lang="en-US" sz="80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6072" y="1972224"/>
          <a:ext cx="11039551" cy="914400"/>
        </p:xfrm>
        <a:graphic>
          <a:graphicData uri="http://schemas.openxmlformats.org/drawingml/2006/table">
            <a:tbl>
              <a:tblPr/>
              <a:tblGrid>
                <a:gridCol w="1800000"/>
                <a:gridCol w="1224000"/>
                <a:gridCol w="1224000"/>
                <a:gridCol w="6791551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評価軸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18288" marB="54864" anchor="b">
                    <a:lnL w="0" cap="flat" cmpd="sng" algn="ctr">
                      <a:noFill/>
                    </a:lnL>
                    <a:lnR w="17780" cap="flat" cmpd="sng" algn="ctr">
                      <a:solidFill>
                        <a:srgbClr val="3220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7780" cap="flat" cmpd="sng" algn="ctr">
                      <a:solidFill>
                        <a:srgbClr val="3220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ラベル 1案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18288" marB="54864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7780" cap="flat" cmpd="sng" algn="ctr">
                      <a:solidFill>
                        <a:srgbClr val="3220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ラベル 2案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18288" marB="54864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7780" cap="flat" cmpd="sng" algn="ctr">
                      <a:solidFill>
                        <a:srgbClr val="3220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判断の理由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18288" marB="54864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7780" cap="flat" cmpd="sng" algn="ctr">
                      <a:solidFill>
                        <a:srgbClr val="3220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780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5A3921"/>
                          </a:solidFill>
                          <a:latin typeface="Yu Mincho Demibold" pitchFamily="34" charset="0"/>
                          <a:ea typeface="Yu Mincho Demibold" pitchFamily="34" charset="-122"/>
                          <a:cs typeface="Yu Mincho Demibold" pitchFamily="34" charset="-120"/>
                        </a:rPr>
                        <a:t>ラベル 3</a:t>
                      </a:r>
                      <a:endParaRPr lang="en-US" sz="1000" dirty="0">
                        <a:latin typeface="Yu Mincho Demibold" charset="0"/>
                        <a:ea typeface="Yu Mincho Demibold" charset="0"/>
                        <a:cs typeface="Yu Mincho Demibold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17780" cap="flat" cmpd="sng" algn="ctr">
                      <a:solidFill>
                        <a:srgbClr val="3220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127000" indent="-127000">
                        <a:buSzPct val="100000"/>
                        <a:buChar char="•"/>
                      </a:pPr>
                      <a:r>
                        <a:rPr lang="en-US" sz="1000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Text 1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  <a:p>
                      <a:pPr algn="l" marL="127000" indent="-127000">
                        <a:buSzPct val="100000"/>
                        <a:buChar char="•"/>
                      </a:pPr>
                      <a:r>
                        <a:rPr lang="en-US" sz="1000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Text 2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780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5A3921"/>
                          </a:solidFill>
                          <a:latin typeface="Yu Mincho Demibold" pitchFamily="34" charset="0"/>
                          <a:ea typeface="Yu Mincho Demibold" pitchFamily="34" charset="-122"/>
                          <a:cs typeface="Yu Mincho Demibold" pitchFamily="34" charset="-120"/>
                        </a:rPr>
                        <a:t>ラベル 4</a:t>
                      </a:r>
                      <a:endParaRPr lang="en-US" sz="1000" dirty="0">
                        <a:latin typeface="Yu Mincho Demibold" charset="0"/>
                        <a:ea typeface="Yu Mincho Demibold" charset="0"/>
                        <a:cs typeface="Yu Mincho Demibold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17780" cap="flat" cmpd="sng" algn="ctr">
                      <a:solidFill>
                        <a:srgbClr val="3220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127000" indent="-127000">
                        <a:buSzPct val="100000"/>
                        <a:buChar char="•"/>
                      </a:pPr>
                      <a:r>
                        <a:rPr lang="en-US" sz="1000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Text 3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  <a:p>
                      <a:pPr algn="l" marL="127000" indent="-127000">
                        <a:buSzPct val="100000"/>
                        <a:buChar char="•"/>
                      </a:pPr>
                      <a:r>
                        <a:rPr lang="en-US" sz="1000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Text 4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780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5A3921"/>
                          </a:solidFill>
                          <a:latin typeface="Yu Mincho Demibold" pitchFamily="34" charset="0"/>
                          <a:ea typeface="Yu Mincho Demibold" pitchFamily="34" charset="-122"/>
                          <a:cs typeface="Yu Mincho Demibold" pitchFamily="34" charset="-120"/>
                        </a:rPr>
                        <a:t>ラベル 5</a:t>
                      </a:r>
                      <a:endParaRPr lang="en-US" sz="1000" dirty="0">
                        <a:latin typeface="Yu Mincho Demibold" charset="0"/>
                        <a:ea typeface="Yu Mincho Demibold" charset="0"/>
                        <a:cs typeface="Yu Mincho Demibold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17780" cap="flat" cmpd="sng" algn="ctr">
                      <a:solidFill>
                        <a:srgbClr val="3220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marL="127000" indent="-127000">
                        <a:buSzPct val="100000"/>
                        <a:buChar char="•"/>
                      </a:pPr>
                      <a:r>
                        <a:rPr lang="en-US" sz="1000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Text 5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  <a:p>
                      <a:pPr algn="l" marL="127000" indent="-127000">
                        <a:buSzPct val="100000"/>
                        <a:buChar char="•"/>
                      </a:pPr>
                      <a:r>
                        <a:rPr lang="en-US" sz="1000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Text 6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8" name="Shape 15"/>
          <p:cNvSpPr/>
          <p:nvPr/>
        </p:nvSpPr>
        <p:spPr>
          <a:xfrm>
            <a:off x="2905272" y="2894220"/>
            <a:ext cx="165600" cy="165600"/>
          </a:xfrm>
          <a:prstGeom prst="ellipse">
            <a:avLst/>
          </a:prstGeom>
          <a:solidFill>
            <a:srgbClr val="322014"/>
          </a:solidFill>
          <a:ln/>
        </p:spPr>
      </p:sp>
      <p:sp>
        <p:nvSpPr>
          <p:cNvPr id="19" name="Shape 16"/>
          <p:cNvSpPr/>
          <p:nvPr/>
        </p:nvSpPr>
        <p:spPr>
          <a:xfrm>
            <a:off x="4129272" y="2894220"/>
            <a:ext cx="165600" cy="165600"/>
          </a:xfrm>
          <a:prstGeom prst="pie">
            <a:avLst>
              <a:gd name="adj1" fmla="val 16200000"/>
              <a:gd name="adj2" fmla="val 5400000"/>
            </a:avLst>
          </a:prstGeom>
          <a:solidFill>
            <a:srgbClr val="322014"/>
          </a:solidFill>
          <a:ln/>
        </p:spPr>
      </p:sp>
      <p:sp>
        <p:nvSpPr>
          <p:cNvPr id="20" name="Shape 17"/>
          <p:cNvSpPr/>
          <p:nvPr/>
        </p:nvSpPr>
        <p:spPr>
          <a:xfrm>
            <a:off x="4129272" y="2894220"/>
            <a:ext cx="165600" cy="165600"/>
          </a:xfrm>
          <a:prstGeom prst="ellipse">
            <a:avLst/>
          </a:prstGeom>
          <a:ln w="9525">
            <a:solidFill>
              <a:srgbClr val="32201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2905272" y="4172292"/>
            <a:ext cx="165600" cy="165600"/>
          </a:xfrm>
          <a:prstGeom prst="pie">
            <a:avLst>
              <a:gd name="adj1" fmla="val 16200000"/>
              <a:gd name="adj2" fmla="val 10800000"/>
            </a:avLst>
          </a:prstGeom>
          <a:solidFill>
            <a:srgbClr val="322014"/>
          </a:solidFill>
          <a:ln/>
        </p:spPr>
      </p:sp>
      <p:sp>
        <p:nvSpPr>
          <p:cNvPr id="22" name="Shape 19"/>
          <p:cNvSpPr/>
          <p:nvPr/>
        </p:nvSpPr>
        <p:spPr>
          <a:xfrm>
            <a:off x="2905272" y="4172292"/>
            <a:ext cx="165600" cy="165600"/>
          </a:xfrm>
          <a:prstGeom prst="ellipse">
            <a:avLst/>
          </a:prstGeom>
          <a:ln w="9525">
            <a:solidFill>
              <a:srgbClr val="322014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129272" y="4172292"/>
            <a:ext cx="165600" cy="165600"/>
          </a:xfrm>
          <a:prstGeom prst="ellipse">
            <a:avLst/>
          </a:prstGeom>
          <a:ln w="9525">
            <a:solidFill>
              <a:srgbClr val="322014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2905272" y="5450364"/>
            <a:ext cx="165600" cy="165600"/>
          </a:xfrm>
          <a:prstGeom prst="pie">
            <a:avLst>
              <a:gd name="adj1" fmla="val 16200000"/>
              <a:gd name="adj2" fmla="val 5400000"/>
            </a:avLst>
          </a:prstGeom>
          <a:solidFill>
            <a:srgbClr val="322014"/>
          </a:solidFill>
          <a:ln/>
        </p:spPr>
      </p:sp>
      <p:sp>
        <p:nvSpPr>
          <p:cNvPr id="25" name="Shape 22"/>
          <p:cNvSpPr/>
          <p:nvPr/>
        </p:nvSpPr>
        <p:spPr>
          <a:xfrm>
            <a:off x="2905272" y="5450364"/>
            <a:ext cx="165600" cy="165600"/>
          </a:xfrm>
          <a:prstGeom prst="ellipse">
            <a:avLst/>
          </a:prstGeom>
          <a:ln w="9525">
            <a:solidFill>
              <a:srgbClr val="322014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129272" y="5450364"/>
            <a:ext cx="165600" cy="165600"/>
          </a:xfrm>
          <a:prstGeom prst="ellipse">
            <a:avLst/>
          </a:prstGeom>
          <a:solidFill>
            <a:srgbClr val="322014"/>
          </a:solidFill>
          <a:ln/>
        </p:spPr>
      </p:sp>
      <p:sp>
        <p:nvSpPr>
          <p:cNvPr id="37" name="TextBox 36"/>
          <p:cNvSpPr txBox="1"/>
          <p:nvPr/>
        </p:nvSpPr>
        <p:spPr>
          <a:xfrm>
            <a:off x="10015423" y="6565392"/>
            <a:ext cx="11887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50" b="0">
                <a:solidFill>
                  <a:srgbClr val="8A7B6B"/>
                </a:solidFill>
                <a:latin typeface="Yu Gothic"/>
              </a:rPr>
              <a:t>PPTX・HTML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320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スライド型カタログ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043623" y="4114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パーツ13｜状態ヒートマップ＋右コメント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76072" y="784555"/>
            <a:ext cx="11039551" cy="0"/>
          </a:xfrm>
          <a:prstGeom prst="line">
            <a:avLst/>
          </a:prstGeom>
          <a:noFill/>
          <a:ln w="13970">
            <a:solidFill>
              <a:srgbClr val="322014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76072" y="914400"/>
            <a:ext cx="1103955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状態ヒートマップ＋右コメント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76072" y="6245352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出典：Source 1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76072" y="6483096"/>
            <a:ext cx="11039551" cy="0"/>
          </a:xfrm>
          <a:prstGeom prst="line">
            <a:avLst/>
          </a:prstGeom>
          <a:noFill/>
          <a:ln w="8890">
            <a:solidFill>
              <a:srgbClr val="E2DCD2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76072" y="65653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スライド型カタログ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249863" y="65653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36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8734529" y="1628784"/>
            <a:ext cx="144000" cy="144000"/>
          </a:xfrm>
          <a:prstGeom prst="rect">
            <a:avLst/>
          </a:prstGeom>
          <a:solidFill>
            <a:srgbClr val="322014"/>
          </a:solidFill>
          <a:ln/>
        </p:spPr>
      </p:sp>
      <p:sp>
        <p:nvSpPr>
          <p:cNvPr id="11" name="Text 9"/>
          <p:cNvSpPr/>
          <p:nvPr/>
        </p:nvSpPr>
        <p:spPr>
          <a:xfrm>
            <a:off x="8932529" y="1609344"/>
            <a:ext cx="576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大きく改善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9724601" y="1628784"/>
            <a:ext cx="144000" cy="144000"/>
          </a:xfrm>
          <a:prstGeom prst="rect">
            <a:avLst/>
          </a:prstGeom>
          <a:solidFill>
            <a:srgbClr val="5A3921"/>
          </a:solidFill>
          <a:ln/>
        </p:spPr>
      </p:sp>
      <p:sp>
        <p:nvSpPr>
          <p:cNvPr id="13" name="Text 11"/>
          <p:cNvSpPr/>
          <p:nvPr/>
        </p:nvSpPr>
        <p:spPr>
          <a:xfrm>
            <a:off x="9922601" y="1609344"/>
            <a:ext cx="2523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改善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10390975" y="1628784"/>
            <a:ext cx="144000" cy="144000"/>
          </a:xfrm>
          <a:prstGeom prst="rect">
            <a:avLst/>
          </a:prstGeom>
          <a:solidFill>
            <a:srgbClr val="E2DCD2"/>
          </a:solidFill>
          <a:ln/>
        </p:spPr>
      </p:sp>
      <p:sp>
        <p:nvSpPr>
          <p:cNvPr id="15" name="Text 13"/>
          <p:cNvSpPr/>
          <p:nvPr/>
        </p:nvSpPr>
        <p:spPr>
          <a:xfrm>
            <a:off x="10588975" y="1609344"/>
            <a:ext cx="3602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横ばい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11165249" y="1628784"/>
            <a:ext cx="144000" cy="144000"/>
          </a:xfrm>
          <a:prstGeom prst="rect">
            <a:avLst/>
          </a:prstGeom>
          <a:solidFill>
            <a:srgbClr val="C5A681"/>
          </a:solidFill>
          <a:ln/>
        </p:spPr>
      </p:sp>
      <p:sp>
        <p:nvSpPr>
          <p:cNvPr id="17" name="Text 15"/>
          <p:cNvSpPr/>
          <p:nvPr/>
        </p:nvSpPr>
        <p:spPr>
          <a:xfrm>
            <a:off x="11363249" y="1609344"/>
            <a:ext cx="2523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悪化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76072" y="1972224"/>
            <a:ext cx="39442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指標カテゴリー別の状況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520356" y="19722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YYYY年M月時点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76072" y="2283120"/>
            <a:ext cx="5773084" cy="0"/>
          </a:xfrm>
          <a:prstGeom prst="line">
            <a:avLst/>
          </a:prstGeom>
          <a:noFill/>
          <a:ln w="17780">
            <a:solidFill>
              <a:srgbClr val="322014"/>
            </a:solidFill>
            <a:prstDash val="solid"/>
          </a:ln>
        </p:spPr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6072" y="2392848"/>
          <a:ext cx="5773084" cy="914400"/>
        </p:xfrm>
        <a:graphic>
          <a:graphicData uri="http://schemas.openxmlformats.org/drawingml/2006/table">
            <a:tbl>
              <a:tblPr/>
              <a:tblGrid>
                <a:gridCol w="2437524"/>
                <a:gridCol w="1667780"/>
                <a:gridCol w="166778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指標カテゴリー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18288" marB="54864" anchor="b">
                    <a:lnL w="0" cap="flat" cmpd="sng" algn="ctr">
                      <a:noFill/>
                    </a:lnL>
                    <a:lnR w="17780" cap="flat" cmpd="sng" algn="ctr">
                      <a:solidFill>
                        <a:srgbClr val="3220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7780" cap="flat" cmpd="sng" algn="ctr">
                      <a:solidFill>
                        <a:srgbClr val="3220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前月比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18288" marB="54864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7780" cap="flat" cmpd="sng" algn="ctr">
                      <a:solidFill>
                        <a:srgbClr val="3220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前年比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18288" marB="54864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7780" cap="flat" cmpd="sng" algn="ctr">
                      <a:solidFill>
                        <a:srgbClr val="3220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5339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5A3921"/>
                          </a:solidFill>
                          <a:latin typeface="Yu Mincho Demibold" pitchFamily="34" charset="0"/>
                          <a:ea typeface="Yu Mincho Demibold" pitchFamily="34" charset="-122"/>
                          <a:cs typeface="Yu Mincho Demibold" pitchFamily="34" charset="-120"/>
                        </a:rPr>
                        <a:t>ラベル 1</a:t>
                      </a:r>
                      <a:endParaRPr lang="en-US" sz="1000" dirty="0">
                        <a:latin typeface="Yu Mincho Demibold" charset="0"/>
                        <a:ea typeface="Yu Mincho Demibold" charset="0"/>
                        <a:cs typeface="Yu Mincho Demibold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17780" cap="flat" cmpd="sng" algn="ctr">
                      <a:solidFill>
                        <a:srgbClr val="3220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5339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5A3921"/>
                          </a:solidFill>
                          <a:latin typeface="Yu Mincho Demibold" pitchFamily="34" charset="0"/>
                          <a:ea typeface="Yu Mincho Demibold" pitchFamily="34" charset="-122"/>
                          <a:cs typeface="Yu Mincho Demibold" pitchFamily="34" charset="-120"/>
                        </a:rPr>
                        <a:t>ラベル 2</a:t>
                      </a:r>
                      <a:endParaRPr lang="en-US" sz="1000" dirty="0">
                        <a:latin typeface="Yu Mincho Demibold" charset="0"/>
                        <a:ea typeface="Yu Mincho Demibold" charset="0"/>
                        <a:cs typeface="Yu Mincho Demibold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17780" cap="flat" cmpd="sng" algn="ctr">
                      <a:solidFill>
                        <a:srgbClr val="3220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5339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5A3921"/>
                          </a:solidFill>
                          <a:latin typeface="Yu Mincho Demibold" pitchFamily="34" charset="0"/>
                          <a:ea typeface="Yu Mincho Demibold" pitchFamily="34" charset="-122"/>
                          <a:cs typeface="Yu Mincho Demibold" pitchFamily="34" charset="-120"/>
                        </a:rPr>
                        <a:t>ラベル 3</a:t>
                      </a:r>
                      <a:endParaRPr lang="en-US" sz="1000" dirty="0">
                        <a:latin typeface="Yu Mincho Demibold" charset="0"/>
                        <a:ea typeface="Yu Mincho Demibold" charset="0"/>
                        <a:cs typeface="Yu Mincho Demibold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17780" cap="flat" cmpd="sng" algn="ctr">
                      <a:solidFill>
                        <a:srgbClr val="3220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5339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5A3921"/>
                          </a:solidFill>
                          <a:latin typeface="Yu Mincho Demibold" pitchFamily="34" charset="0"/>
                          <a:ea typeface="Yu Mincho Demibold" pitchFamily="34" charset="-122"/>
                          <a:cs typeface="Yu Mincho Demibold" pitchFamily="34" charset="-120"/>
                        </a:rPr>
                        <a:t>ラベル 4</a:t>
                      </a:r>
                      <a:endParaRPr lang="en-US" sz="1000" dirty="0">
                        <a:latin typeface="Yu Mincho Demibold" charset="0"/>
                        <a:ea typeface="Yu Mincho Demibold" charset="0"/>
                        <a:cs typeface="Yu Mincho Demibold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17780" cap="flat" cmpd="sng" algn="ctr">
                      <a:solidFill>
                        <a:srgbClr val="3220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22" name="Shape 19"/>
          <p:cNvSpPr/>
          <p:nvPr/>
        </p:nvSpPr>
        <p:spPr>
          <a:xfrm>
            <a:off x="3103596" y="3095307"/>
            <a:ext cx="1487780" cy="180000"/>
          </a:xfrm>
          <a:prstGeom prst="rect">
            <a:avLst/>
          </a:prstGeom>
          <a:solidFill>
            <a:srgbClr val="322014"/>
          </a:solidFill>
          <a:ln/>
        </p:spPr>
      </p:sp>
      <p:sp>
        <p:nvSpPr>
          <p:cNvPr id="23" name="Shape 20"/>
          <p:cNvSpPr/>
          <p:nvPr/>
        </p:nvSpPr>
        <p:spPr>
          <a:xfrm>
            <a:off x="4771376" y="3095307"/>
            <a:ext cx="1487780" cy="180000"/>
          </a:xfrm>
          <a:prstGeom prst="rect">
            <a:avLst/>
          </a:prstGeom>
          <a:solidFill>
            <a:srgbClr val="C5A681"/>
          </a:solidFill>
          <a:ln/>
        </p:spPr>
      </p:sp>
      <p:sp>
        <p:nvSpPr>
          <p:cNvPr id="24" name="Shape 21"/>
          <p:cNvSpPr/>
          <p:nvPr/>
        </p:nvSpPr>
        <p:spPr>
          <a:xfrm>
            <a:off x="3103596" y="3948705"/>
            <a:ext cx="1487780" cy="180000"/>
          </a:xfrm>
          <a:prstGeom prst="rect">
            <a:avLst/>
          </a:prstGeom>
          <a:solidFill>
            <a:srgbClr val="5A3921"/>
          </a:solidFill>
          <a:ln/>
        </p:spPr>
      </p:sp>
      <p:sp>
        <p:nvSpPr>
          <p:cNvPr id="25" name="Shape 22"/>
          <p:cNvSpPr/>
          <p:nvPr/>
        </p:nvSpPr>
        <p:spPr>
          <a:xfrm>
            <a:off x="4771376" y="3948705"/>
            <a:ext cx="1487780" cy="180000"/>
          </a:xfrm>
          <a:prstGeom prst="rect">
            <a:avLst/>
          </a:prstGeom>
          <a:solidFill>
            <a:srgbClr val="5A3921"/>
          </a:solidFill>
          <a:ln/>
        </p:spPr>
      </p:sp>
      <p:sp>
        <p:nvSpPr>
          <p:cNvPr id="26" name="Shape 23"/>
          <p:cNvSpPr/>
          <p:nvPr/>
        </p:nvSpPr>
        <p:spPr>
          <a:xfrm>
            <a:off x="3103596" y="4802103"/>
            <a:ext cx="1487780" cy="180000"/>
          </a:xfrm>
          <a:prstGeom prst="rect">
            <a:avLst/>
          </a:prstGeom>
          <a:solidFill>
            <a:srgbClr val="E2DCD2"/>
          </a:solidFill>
          <a:ln/>
        </p:spPr>
      </p:sp>
      <p:sp>
        <p:nvSpPr>
          <p:cNvPr id="27" name="Shape 24"/>
          <p:cNvSpPr/>
          <p:nvPr/>
        </p:nvSpPr>
        <p:spPr>
          <a:xfrm>
            <a:off x="4771376" y="4802103"/>
            <a:ext cx="1487780" cy="180000"/>
          </a:xfrm>
          <a:prstGeom prst="rect">
            <a:avLst/>
          </a:prstGeom>
          <a:solidFill>
            <a:srgbClr val="322014"/>
          </a:solidFill>
          <a:ln/>
        </p:spPr>
      </p:sp>
      <p:sp>
        <p:nvSpPr>
          <p:cNvPr id="28" name="Shape 25"/>
          <p:cNvSpPr/>
          <p:nvPr/>
        </p:nvSpPr>
        <p:spPr>
          <a:xfrm>
            <a:off x="3103596" y="5655501"/>
            <a:ext cx="1487780" cy="180000"/>
          </a:xfrm>
          <a:prstGeom prst="rect">
            <a:avLst/>
          </a:prstGeom>
          <a:solidFill>
            <a:srgbClr val="C5A681"/>
          </a:solidFill>
          <a:ln/>
        </p:spPr>
      </p:sp>
      <p:sp>
        <p:nvSpPr>
          <p:cNvPr id="29" name="Shape 26"/>
          <p:cNvSpPr/>
          <p:nvPr/>
        </p:nvSpPr>
        <p:spPr>
          <a:xfrm>
            <a:off x="4771376" y="5655501"/>
            <a:ext cx="1487780" cy="180000"/>
          </a:xfrm>
          <a:prstGeom prst="rect">
            <a:avLst/>
          </a:prstGeom>
          <a:solidFill>
            <a:srgbClr val="E2DCD2"/>
          </a:solidFill>
          <a:ln/>
        </p:spPr>
      </p:sp>
      <p:sp>
        <p:nvSpPr>
          <p:cNvPr id="30" name="Shape 27"/>
          <p:cNvSpPr/>
          <p:nvPr/>
        </p:nvSpPr>
        <p:spPr>
          <a:xfrm rot="5400000">
            <a:off x="6493156" y="3964212"/>
            <a:ext cx="360000" cy="216000"/>
          </a:xfrm>
          <a:prstGeom prst="triangle">
            <a:avLst/>
          </a:prstGeom>
          <a:solidFill>
            <a:srgbClr val="C5A681"/>
          </a:solidFill>
          <a:ln/>
        </p:spPr>
      </p:sp>
      <p:sp>
        <p:nvSpPr>
          <p:cNvPr id="31" name="Text 28"/>
          <p:cNvSpPr/>
          <p:nvPr/>
        </p:nvSpPr>
        <p:spPr>
          <a:xfrm>
            <a:off x="6997156" y="1972224"/>
            <a:ext cx="461846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5A3921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だから、次に見るべき点</a:t>
            </a:r>
            <a:endParaRPr lang="en-US" sz="1150" dirty="0"/>
          </a:p>
        </p:txBody>
      </p:sp>
      <p:sp>
        <p:nvSpPr>
          <p:cNvPr id="32" name="Shape 29"/>
          <p:cNvSpPr/>
          <p:nvPr/>
        </p:nvSpPr>
        <p:spPr>
          <a:xfrm>
            <a:off x="6997156" y="2283120"/>
            <a:ext cx="4618467" cy="0"/>
          </a:xfrm>
          <a:prstGeom prst="line">
            <a:avLst/>
          </a:prstGeom>
          <a:noFill/>
          <a:ln w="17780">
            <a:solidFill>
              <a:srgbClr val="322014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997156" y="2392848"/>
            <a:ext cx="4618467" cy="3779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1</a:t>
            </a:r>
            <a:endParaRPr lang="en-US" sz="10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2</a:t>
            </a:r>
            <a:endParaRPr lang="en-US" sz="10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3</a:t>
            </a:r>
            <a:endParaRPr lang="en-US" sz="1000" dirty="0"/>
          </a:p>
        </p:txBody>
      </p:sp>
      <p:sp>
        <p:nvSpPr>
          <p:cNvPr id="38" name="TextBox 37"/>
          <p:cNvSpPr txBox="1"/>
          <p:nvPr/>
        </p:nvSpPr>
        <p:spPr>
          <a:xfrm>
            <a:off x="10015423" y="6565392"/>
            <a:ext cx="11887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50" b="0">
                <a:solidFill>
                  <a:srgbClr val="8A7B6B"/>
                </a:solidFill>
                <a:latin typeface="Yu Gothic"/>
              </a:rPr>
              <a:t>PPTX・HTML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320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スライド型カタログ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043623" y="4114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パーツ12｜打ち手の効果表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76072" y="784555"/>
            <a:ext cx="11039551" cy="0"/>
          </a:xfrm>
          <a:prstGeom prst="line">
            <a:avLst/>
          </a:prstGeom>
          <a:noFill/>
          <a:ln w="13970">
            <a:solidFill>
              <a:srgbClr val="322014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76072" y="914400"/>
            <a:ext cx="1103955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打ち手の効果表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76072" y="6245352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出典：Source 1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76072" y="6483096"/>
            <a:ext cx="11039551" cy="0"/>
          </a:xfrm>
          <a:prstGeom prst="line">
            <a:avLst/>
          </a:prstGeom>
          <a:noFill/>
          <a:ln w="8890">
            <a:solidFill>
              <a:srgbClr val="E2DCD2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76072" y="65653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スライド型カタログ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249863" y="65653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37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9851479" y="1628784"/>
            <a:ext cx="144000" cy="144000"/>
          </a:xfrm>
          <a:prstGeom prst="rect">
            <a:avLst/>
          </a:prstGeom>
          <a:solidFill>
            <a:srgbClr val="5A3921"/>
          </a:solidFill>
          <a:ln/>
        </p:spPr>
      </p:sp>
      <p:sp>
        <p:nvSpPr>
          <p:cNvPr id="11" name="Text 9"/>
          <p:cNvSpPr/>
          <p:nvPr/>
        </p:nvSpPr>
        <p:spPr>
          <a:xfrm>
            <a:off x="10049479" y="1609344"/>
            <a:ext cx="576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増やす方向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0841551" y="1628784"/>
            <a:ext cx="144000" cy="144000"/>
          </a:xfrm>
          <a:prstGeom prst="rect">
            <a:avLst/>
          </a:prstGeom>
          <a:solidFill>
            <a:srgbClr val="E2DCD2"/>
          </a:solidFill>
          <a:ln/>
        </p:spPr>
      </p:sp>
      <p:sp>
        <p:nvSpPr>
          <p:cNvPr id="13" name="Text 11"/>
          <p:cNvSpPr/>
          <p:nvPr/>
        </p:nvSpPr>
        <p:spPr>
          <a:xfrm>
            <a:off x="11039551" y="1609344"/>
            <a:ext cx="576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減らす方向</a:t>
            </a:r>
            <a:endParaRPr lang="en-US" sz="800" dirty="0"/>
          </a:p>
        </p:txBody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6072" y="1972224"/>
          <a:ext cx="11039551" cy="914400"/>
        </p:xfrm>
        <a:graphic>
          <a:graphicData uri="http://schemas.openxmlformats.org/drawingml/2006/table">
            <a:tbl>
              <a:tblPr/>
              <a:tblGrid>
                <a:gridCol w="2016000"/>
                <a:gridCol w="2016000"/>
                <a:gridCol w="7007551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打ち手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18288" marB="54864" anchor="b">
                    <a:lnL w="0" cap="flat" cmpd="sng" algn="ctr">
                      <a:noFill/>
                    </a:lnL>
                    <a:lnR w="17780" cap="flat" cmpd="sng" algn="ctr">
                      <a:solidFill>
                        <a:srgbClr val="3220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7780" cap="flat" cmpd="sng" algn="ctr">
                      <a:solidFill>
                        <a:srgbClr val="3220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効果の幅（単位）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18288" marB="54864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7780" cap="flat" cmpd="sng" algn="ctr">
                      <a:solidFill>
                        <a:srgbClr val="3220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前提・制約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18288" marB="54864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7780" cap="flat" cmpd="sng" algn="ctr">
                      <a:solidFill>
                        <a:srgbClr val="3220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780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5A3921"/>
                          </a:solidFill>
                          <a:latin typeface="Yu Mincho Demibold" pitchFamily="34" charset="0"/>
                          <a:ea typeface="Yu Mincho Demibold" pitchFamily="34" charset="-122"/>
                          <a:cs typeface="Yu Mincho Demibold" pitchFamily="34" charset="-120"/>
                        </a:rPr>
                        <a:t>ラベル 2</a:t>
                      </a:r>
                      <a:endParaRPr lang="en-US" sz="1000" dirty="0">
                        <a:latin typeface="Yu Mincho Demibold" charset="0"/>
                        <a:ea typeface="Yu Mincho Demibold" charset="0"/>
                        <a:cs typeface="Yu Mincho Demibold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17780" cap="flat" cmpd="sng" algn="ctr">
                      <a:solidFill>
                        <a:srgbClr val="3220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127000" indent="-127000">
                        <a:buSzPct val="100000"/>
                        <a:buChar char="•"/>
                      </a:pPr>
                      <a:r>
                        <a:rPr lang="en-US" sz="1000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Text 1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  <a:p>
                      <a:pPr algn="l" marL="127000" indent="-127000">
                        <a:buSzPct val="100000"/>
                        <a:buChar char="•"/>
                      </a:pPr>
                      <a:r>
                        <a:rPr lang="en-US" sz="1000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Text 2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780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5A3921"/>
                          </a:solidFill>
                          <a:latin typeface="Yu Mincho Demibold" pitchFamily="34" charset="0"/>
                          <a:ea typeface="Yu Mincho Demibold" pitchFamily="34" charset="-122"/>
                          <a:cs typeface="Yu Mincho Demibold" pitchFamily="34" charset="-120"/>
                        </a:rPr>
                        <a:t>ラベル 5</a:t>
                      </a:r>
                      <a:endParaRPr lang="en-US" sz="1000" dirty="0">
                        <a:latin typeface="Yu Mincho Demibold" charset="0"/>
                        <a:ea typeface="Yu Mincho Demibold" charset="0"/>
                        <a:cs typeface="Yu Mincho Demibold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17780" cap="flat" cmpd="sng" algn="ctr">
                      <a:solidFill>
                        <a:srgbClr val="3220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127000" indent="-127000">
                        <a:buSzPct val="100000"/>
                        <a:buChar char="•"/>
                      </a:pPr>
                      <a:r>
                        <a:rPr lang="en-US" sz="1000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Text 3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  <a:p>
                      <a:pPr algn="l" marL="127000" indent="-127000">
                        <a:buSzPct val="100000"/>
                        <a:buChar char="•"/>
                      </a:pPr>
                      <a:r>
                        <a:rPr lang="en-US" sz="1000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Text 4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780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5A3921"/>
                          </a:solidFill>
                          <a:latin typeface="Yu Mincho Demibold" pitchFamily="34" charset="0"/>
                          <a:ea typeface="Yu Mincho Demibold" pitchFamily="34" charset="-122"/>
                          <a:cs typeface="Yu Mincho Demibold" pitchFamily="34" charset="-120"/>
                        </a:rPr>
                        <a:t>ラベル 8</a:t>
                      </a:r>
                      <a:endParaRPr lang="en-US" sz="1000" dirty="0">
                        <a:latin typeface="Yu Mincho Demibold" charset="0"/>
                        <a:ea typeface="Yu Mincho Demibold" charset="0"/>
                        <a:cs typeface="Yu Mincho Demibold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17780" cap="flat" cmpd="sng" algn="ctr">
                      <a:solidFill>
                        <a:srgbClr val="3220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marL="127000" indent="-127000">
                        <a:buSzPct val="100000"/>
                        <a:buChar char="•"/>
                      </a:pPr>
                      <a:r>
                        <a:rPr lang="en-US" sz="1000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Text 5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  <a:p>
                      <a:pPr algn="l" marL="127000" indent="-127000">
                        <a:buSzPct val="100000"/>
                        <a:buChar char="•"/>
                      </a:pPr>
                      <a:r>
                        <a:rPr lang="en-US" sz="1000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Text 6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5" name="Text 12"/>
          <p:cNvSpPr/>
          <p:nvPr/>
        </p:nvSpPr>
        <p:spPr>
          <a:xfrm>
            <a:off x="2646936" y="2878020"/>
            <a:ext cx="1525018" cy="198000"/>
          </a:xfrm>
          <a:prstGeom prst="homePlate">
            <a:avLst/>
          </a:prstGeom>
          <a:solidFill>
            <a:srgbClr val="5A3921"/>
          </a:solidFill>
          <a:ln/>
        </p:spPr>
        <p:txBody>
          <a:bodyPr wrap="square" lIns="10800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＋00〜00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2646936" y="4156092"/>
            <a:ext cx="1048450" cy="198000"/>
          </a:xfrm>
          <a:prstGeom prst="homePlate">
            <a:avLst/>
          </a:prstGeom>
          <a:solidFill>
            <a:srgbClr val="5A3921"/>
          </a:solidFill>
          <a:ln/>
        </p:spPr>
        <p:txBody>
          <a:bodyPr wrap="square" lIns="10800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＋00〜00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2646936" y="5434164"/>
            <a:ext cx="724383" cy="198000"/>
          </a:xfrm>
          <a:prstGeom prst="homePlate">
            <a:avLst/>
          </a:prstGeom>
          <a:solidFill>
            <a:srgbClr val="E2DCD2"/>
          </a:solidFill>
          <a:ln/>
        </p:spPr>
        <p:txBody>
          <a:bodyPr wrap="square" lIns="10800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−00</a:t>
            </a:r>
            <a:endParaRPr lang="en-US" sz="900" dirty="0"/>
          </a:p>
        </p:txBody>
      </p:sp>
      <p:sp>
        <p:nvSpPr>
          <p:cNvPr id="39" name="TextBox 38"/>
          <p:cNvSpPr txBox="1"/>
          <p:nvPr/>
        </p:nvSpPr>
        <p:spPr>
          <a:xfrm>
            <a:off x="10015423" y="6565392"/>
            <a:ext cx="11887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50" b="0">
                <a:solidFill>
                  <a:srgbClr val="8A7B6B"/>
                </a:solidFill>
                <a:latin typeface="Yu Gothic"/>
              </a:rPr>
              <a:t>PPTX・HTML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320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スライド型カタログ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043623" y="4114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パーツ16｜進捗バブル行列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76072" y="784555"/>
            <a:ext cx="11039551" cy="0"/>
          </a:xfrm>
          <a:prstGeom prst="line">
            <a:avLst/>
          </a:prstGeom>
          <a:noFill/>
          <a:ln w="13970">
            <a:solidFill>
              <a:srgbClr val="322014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76072" y="914400"/>
            <a:ext cx="1103955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進捗バブル行列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76072" y="6245352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出典：Source 1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76072" y="6483096"/>
            <a:ext cx="11039551" cy="0"/>
          </a:xfrm>
          <a:prstGeom prst="line">
            <a:avLst/>
          </a:prstGeom>
          <a:noFill/>
          <a:ln w="8890">
            <a:solidFill>
              <a:srgbClr val="E2DCD2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76072" y="65653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スライド型カタログ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249863" y="65653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38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76072" y="1572768"/>
            <a:ext cx="683331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取り組み段階別の件数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409383" y="1618488"/>
            <a:ext cx="4206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件、n=ラベル 1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576072" y="1901952"/>
            <a:ext cx="11039551" cy="0"/>
          </a:xfrm>
          <a:prstGeom prst="line">
            <a:avLst/>
          </a:prstGeom>
          <a:noFill/>
          <a:ln w="17780">
            <a:solidFill>
              <a:srgbClr val="32201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99990" y="1993392"/>
            <a:ext cx="21819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構想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781898" y="1993392"/>
            <a:ext cx="21819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試行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963806" y="1993392"/>
            <a:ext cx="21819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部分展開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145715" y="1993392"/>
            <a:ext cx="21819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全面展開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76072" y="2636901"/>
            <a:ext cx="19159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 2層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391094" y="2519932"/>
            <a:ext cx="599699" cy="599699"/>
          </a:xfrm>
          <a:prstGeom prst="ellipse">
            <a:avLst/>
          </a:prstGeom>
          <a:solidFill>
            <a:srgbClr val="322014"/>
          </a:solidFill>
          <a:ln/>
        </p:spPr>
      </p:sp>
      <p:sp>
        <p:nvSpPr>
          <p:cNvPr id="19" name="Text 17"/>
          <p:cNvSpPr/>
          <p:nvPr/>
        </p:nvSpPr>
        <p:spPr>
          <a:xfrm>
            <a:off x="3391094" y="2519932"/>
            <a:ext cx="599699" cy="59969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30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708618" y="2655547"/>
            <a:ext cx="328469" cy="328469"/>
          </a:xfrm>
          <a:prstGeom prst="ellipse">
            <a:avLst/>
          </a:prstGeom>
          <a:solidFill>
            <a:srgbClr val="322014"/>
          </a:solidFill>
          <a:ln/>
        </p:spPr>
      </p:sp>
      <p:sp>
        <p:nvSpPr>
          <p:cNvPr id="21" name="Text 19"/>
          <p:cNvSpPr/>
          <p:nvPr/>
        </p:nvSpPr>
        <p:spPr>
          <a:xfrm>
            <a:off x="5644252" y="2591181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890526" y="2655547"/>
            <a:ext cx="328469" cy="328469"/>
          </a:xfrm>
          <a:prstGeom prst="ellipse">
            <a:avLst/>
          </a:prstGeom>
          <a:solidFill>
            <a:srgbClr val="322014"/>
          </a:solidFill>
          <a:ln/>
        </p:spPr>
      </p:sp>
      <p:sp>
        <p:nvSpPr>
          <p:cNvPr id="23" name="Text 21"/>
          <p:cNvSpPr/>
          <p:nvPr/>
        </p:nvSpPr>
        <p:spPr>
          <a:xfrm>
            <a:off x="7826161" y="2591181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0127179" y="2710291"/>
            <a:ext cx="218979" cy="218979"/>
          </a:xfrm>
          <a:prstGeom prst="ellipse">
            <a:avLst/>
          </a:prstGeom>
          <a:solidFill>
            <a:srgbClr val="322014"/>
          </a:solidFill>
          <a:ln/>
        </p:spPr>
      </p:sp>
      <p:sp>
        <p:nvSpPr>
          <p:cNvPr id="25" name="Text 23"/>
          <p:cNvSpPr/>
          <p:nvPr/>
        </p:nvSpPr>
        <p:spPr>
          <a:xfrm>
            <a:off x="10008069" y="2591181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76072" y="3594735"/>
            <a:ext cx="19159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 3層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3478918" y="3565589"/>
            <a:ext cx="424051" cy="424051"/>
          </a:xfrm>
          <a:prstGeom prst="ellipse">
            <a:avLst/>
          </a:prstGeom>
          <a:solidFill>
            <a:srgbClr val="322014"/>
          </a:solidFill>
          <a:ln/>
        </p:spPr>
      </p:sp>
      <p:sp>
        <p:nvSpPr>
          <p:cNvPr id="28" name="Text 26"/>
          <p:cNvSpPr/>
          <p:nvPr/>
        </p:nvSpPr>
        <p:spPr>
          <a:xfrm>
            <a:off x="3462344" y="354901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15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683211" y="3587974"/>
            <a:ext cx="379283" cy="379283"/>
          </a:xfrm>
          <a:prstGeom prst="ellipse">
            <a:avLst/>
          </a:prstGeom>
          <a:solidFill>
            <a:srgbClr val="322014"/>
          </a:solidFill>
          <a:ln/>
        </p:spPr>
      </p:sp>
      <p:sp>
        <p:nvSpPr>
          <p:cNvPr id="30" name="Text 28"/>
          <p:cNvSpPr/>
          <p:nvPr/>
        </p:nvSpPr>
        <p:spPr>
          <a:xfrm>
            <a:off x="5644252" y="354901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12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920664" y="3643518"/>
            <a:ext cx="268194" cy="268194"/>
          </a:xfrm>
          <a:prstGeom prst="ellipse">
            <a:avLst/>
          </a:prstGeom>
          <a:solidFill>
            <a:srgbClr val="322014"/>
          </a:solidFill>
          <a:ln/>
        </p:spPr>
      </p:sp>
      <p:sp>
        <p:nvSpPr>
          <p:cNvPr id="32" name="Text 30"/>
          <p:cNvSpPr/>
          <p:nvPr/>
        </p:nvSpPr>
        <p:spPr>
          <a:xfrm>
            <a:off x="7826161" y="354901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10102572" y="3643518"/>
            <a:ext cx="268194" cy="268194"/>
          </a:xfrm>
          <a:prstGeom prst="ellipse">
            <a:avLst/>
          </a:prstGeom>
          <a:solidFill>
            <a:srgbClr val="322014"/>
          </a:solidFill>
          <a:ln/>
        </p:spPr>
      </p:sp>
      <p:sp>
        <p:nvSpPr>
          <p:cNvPr id="34" name="Text 32"/>
          <p:cNvSpPr/>
          <p:nvPr/>
        </p:nvSpPr>
        <p:spPr>
          <a:xfrm>
            <a:off x="10008069" y="354901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76072" y="4552569"/>
            <a:ext cx="19159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 4層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288654" y="4333159"/>
            <a:ext cx="804581" cy="804581"/>
          </a:xfrm>
          <a:prstGeom prst="ellipse">
            <a:avLst/>
          </a:prstGeom>
          <a:solidFill>
            <a:srgbClr val="322014"/>
          </a:solidFill>
          <a:ln/>
        </p:spPr>
      </p:sp>
      <p:sp>
        <p:nvSpPr>
          <p:cNvPr id="37" name="Text 35"/>
          <p:cNvSpPr/>
          <p:nvPr/>
        </p:nvSpPr>
        <p:spPr>
          <a:xfrm>
            <a:off x="3288654" y="4333159"/>
            <a:ext cx="804581" cy="80458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54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5675467" y="4538064"/>
            <a:ext cx="394770" cy="394770"/>
          </a:xfrm>
          <a:prstGeom prst="ellipse">
            <a:avLst/>
          </a:prstGeom>
          <a:solidFill>
            <a:srgbClr val="322014"/>
          </a:solidFill>
          <a:ln/>
        </p:spPr>
      </p:sp>
      <p:sp>
        <p:nvSpPr>
          <p:cNvPr id="39" name="Text 37"/>
          <p:cNvSpPr/>
          <p:nvPr/>
        </p:nvSpPr>
        <p:spPr>
          <a:xfrm>
            <a:off x="5644252" y="4506849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13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7857376" y="4538064"/>
            <a:ext cx="394770" cy="394770"/>
          </a:xfrm>
          <a:prstGeom prst="ellipse">
            <a:avLst/>
          </a:prstGeom>
          <a:solidFill>
            <a:srgbClr val="322014"/>
          </a:solidFill>
          <a:ln/>
        </p:spPr>
      </p:sp>
      <p:sp>
        <p:nvSpPr>
          <p:cNvPr id="41" name="Text 39"/>
          <p:cNvSpPr/>
          <p:nvPr/>
        </p:nvSpPr>
        <p:spPr>
          <a:xfrm>
            <a:off x="7826161" y="4506849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13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10102572" y="4601352"/>
            <a:ext cx="268194" cy="268194"/>
          </a:xfrm>
          <a:prstGeom prst="ellipse">
            <a:avLst/>
          </a:prstGeom>
          <a:solidFill>
            <a:srgbClr val="322014"/>
          </a:solidFill>
          <a:ln/>
        </p:spPr>
      </p:sp>
      <p:sp>
        <p:nvSpPr>
          <p:cNvPr id="43" name="Text 41"/>
          <p:cNvSpPr/>
          <p:nvPr/>
        </p:nvSpPr>
        <p:spPr>
          <a:xfrm>
            <a:off x="10008069" y="4506849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76072" y="5510403"/>
            <a:ext cx="19159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 5層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3536102" y="5538441"/>
            <a:ext cx="309683" cy="309683"/>
          </a:xfrm>
          <a:prstGeom prst="ellipse">
            <a:avLst/>
          </a:prstGeom>
          <a:solidFill>
            <a:srgbClr val="322014"/>
          </a:solidFill>
          <a:ln/>
        </p:spPr>
      </p:sp>
      <p:sp>
        <p:nvSpPr>
          <p:cNvPr id="46" name="Text 44"/>
          <p:cNvSpPr/>
          <p:nvPr/>
        </p:nvSpPr>
        <p:spPr>
          <a:xfrm>
            <a:off x="3462344" y="5464683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5708618" y="5529049"/>
            <a:ext cx="328469" cy="328469"/>
          </a:xfrm>
          <a:prstGeom prst="ellipse">
            <a:avLst/>
          </a:prstGeom>
          <a:solidFill>
            <a:srgbClr val="322014"/>
          </a:solidFill>
          <a:ln/>
        </p:spPr>
      </p:sp>
      <p:sp>
        <p:nvSpPr>
          <p:cNvPr id="48" name="Text 46"/>
          <p:cNvSpPr/>
          <p:nvPr/>
        </p:nvSpPr>
        <p:spPr>
          <a:xfrm>
            <a:off x="5644252" y="5464683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7920664" y="5559186"/>
            <a:ext cx="268194" cy="268194"/>
          </a:xfrm>
          <a:prstGeom prst="ellipse">
            <a:avLst/>
          </a:prstGeom>
          <a:solidFill>
            <a:srgbClr val="322014"/>
          </a:solidFill>
          <a:ln/>
        </p:spPr>
      </p:sp>
      <p:sp>
        <p:nvSpPr>
          <p:cNvPr id="50" name="Text 48"/>
          <p:cNvSpPr/>
          <p:nvPr/>
        </p:nvSpPr>
        <p:spPr>
          <a:xfrm>
            <a:off x="7826161" y="5464683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10127179" y="5583793"/>
            <a:ext cx="218979" cy="218979"/>
          </a:xfrm>
          <a:prstGeom prst="ellipse">
            <a:avLst/>
          </a:prstGeom>
          <a:solidFill>
            <a:srgbClr val="322014"/>
          </a:solidFill>
          <a:ln/>
        </p:spPr>
      </p:sp>
      <p:sp>
        <p:nvSpPr>
          <p:cNvPr id="52" name="Text 50"/>
          <p:cNvSpPr/>
          <p:nvPr/>
        </p:nvSpPr>
        <p:spPr>
          <a:xfrm>
            <a:off x="10008069" y="5464683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200" dirty="0"/>
          </a:p>
        </p:txBody>
      </p:sp>
      <p:sp>
        <p:nvSpPr>
          <p:cNvPr id="53" name="TextBox 52"/>
          <p:cNvSpPr txBox="1"/>
          <p:nvPr/>
        </p:nvSpPr>
        <p:spPr>
          <a:xfrm>
            <a:off x="10015423" y="6565392"/>
            <a:ext cx="11887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50" b="0">
                <a:solidFill>
                  <a:srgbClr val="8A7B6B"/>
                </a:solidFill>
                <a:latin typeface="Yu Gothic"/>
              </a:rPr>
              <a:t>PPTX・HTML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320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スライド型カタログ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043623" y="4114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パーツ15｜割合のドットマトリクス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76072" y="784555"/>
            <a:ext cx="11039551" cy="0"/>
          </a:xfrm>
          <a:prstGeom prst="line">
            <a:avLst/>
          </a:prstGeom>
          <a:noFill/>
          <a:ln w="13970">
            <a:solidFill>
              <a:srgbClr val="322014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76072" y="914400"/>
            <a:ext cx="1103955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割合のドットマトリクス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76072" y="6245352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出典：Source 1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76072" y="6483096"/>
            <a:ext cx="11039551" cy="0"/>
          </a:xfrm>
          <a:prstGeom prst="line">
            <a:avLst/>
          </a:prstGeom>
          <a:noFill/>
          <a:ln w="8890">
            <a:solidFill>
              <a:srgbClr val="E2DCD2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76072" y="65653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スライド型カタログ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249863" y="65653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39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76072" y="1572768"/>
            <a:ext cx="683331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Text 1に取り組んでいる領域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409383" y="1618488"/>
            <a:ext cx="4206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回答者に占める割合、n=ラベル 2、複数回答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576072" y="1901952"/>
            <a:ext cx="11039551" cy="0"/>
          </a:xfrm>
          <a:prstGeom prst="line">
            <a:avLst/>
          </a:prstGeom>
          <a:noFill/>
          <a:ln w="17780">
            <a:solidFill>
              <a:srgbClr val="32201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6072" y="3167244"/>
            <a:ext cx="2651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58%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378216" y="3531564"/>
            <a:ext cx="75600" cy="75600"/>
          </a:xfrm>
          <a:prstGeom prst="rect">
            <a:avLst/>
          </a:prstGeom>
          <a:solidFill>
            <a:srgbClr val="5A3921"/>
          </a:solidFill>
          <a:ln/>
        </p:spPr>
      </p:sp>
      <p:sp>
        <p:nvSpPr>
          <p:cNvPr id="15" name="Shape 13"/>
          <p:cNvSpPr/>
          <p:nvPr/>
        </p:nvSpPr>
        <p:spPr>
          <a:xfrm>
            <a:off x="1486216" y="3531564"/>
            <a:ext cx="75600" cy="75600"/>
          </a:xfrm>
          <a:prstGeom prst="rect">
            <a:avLst/>
          </a:prstGeom>
          <a:solidFill>
            <a:srgbClr val="5A3921"/>
          </a:solidFill>
          <a:ln/>
        </p:spPr>
      </p:sp>
      <p:sp>
        <p:nvSpPr>
          <p:cNvPr id="16" name="Shape 14"/>
          <p:cNvSpPr/>
          <p:nvPr/>
        </p:nvSpPr>
        <p:spPr>
          <a:xfrm>
            <a:off x="1594216" y="3531564"/>
            <a:ext cx="75600" cy="75600"/>
          </a:xfrm>
          <a:prstGeom prst="rect">
            <a:avLst/>
          </a:prstGeom>
          <a:solidFill>
            <a:srgbClr val="5A3921"/>
          </a:solidFill>
          <a:ln/>
        </p:spPr>
      </p:sp>
      <p:sp>
        <p:nvSpPr>
          <p:cNvPr id="17" name="Shape 15"/>
          <p:cNvSpPr/>
          <p:nvPr/>
        </p:nvSpPr>
        <p:spPr>
          <a:xfrm>
            <a:off x="1702216" y="3531564"/>
            <a:ext cx="75600" cy="75600"/>
          </a:xfrm>
          <a:prstGeom prst="rect">
            <a:avLst/>
          </a:prstGeom>
          <a:solidFill>
            <a:srgbClr val="5A3921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216" y="3531564"/>
            <a:ext cx="75600" cy="75600"/>
          </a:xfrm>
          <a:prstGeom prst="rect">
            <a:avLst/>
          </a:prstGeom>
          <a:solidFill>
            <a:srgbClr val="5A3921"/>
          </a:solidFill>
          <a:ln/>
        </p:spPr>
      </p:sp>
      <p:sp>
        <p:nvSpPr>
          <p:cNvPr id="19" name="Shape 17"/>
          <p:cNvSpPr/>
          <p:nvPr/>
        </p:nvSpPr>
        <p:spPr>
          <a:xfrm>
            <a:off x="1918216" y="3531564"/>
            <a:ext cx="75600" cy="75600"/>
          </a:xfrm>
          <a:prstGeom prst="rect">
            <a:avLst/>
          </a:prstGeom>
          <a:solidFill>
            <a:srgbClr val="5A3921"/>
          </a:solidFill>
          <a:ln/>
        </p:spPr>
      </p:sp>
      <p:sp>
        <p:nvSpPr>
          <p:cNvPr id="20" name="Shape 18"/>
          <p:cNvSpPr/>
          <p:nvPr/>
        </p:nvSpPr>
        <p:spPr>
          <a:xfrm>
            <a:off x="2026216" y="3531564"/>
            <a:ext cx="75600" cy="75600"/>
          </a:xfrm>
          <a:prstGeom prst="rect">
            <a:avLst/>
          </a:prstGeom>
          <a:solidFill>
            <a:srgbClr val="5A3921"/>
          </a:solidFill>
          <a:ln/>
        </p:spPr>
      </p:sp>
      <p:sp>
        <p:nvSpPr>
          <p:cNvPr id="21" name="Shape 19"/>
          <p:cNvSpPr/>
          <p:nvPr/>
        </p:nvSpPr>
        <p:spPr>
          <a:xfrm>
            <a:off x="2134216" y="3531564"/>
            <a:ext cx="75600" cy="75600"/>
          </a:xfrm>
          <a:prstGeom prst="rect">
            <a:avLst/>
          </a:prstGeom>
          <a:solidFill>
            <a:srgbClr val="5A3921"/>
          </a:solidFill>
          <a:ln/>
        </p:spPr>
      </p:sp>
      <p:sp>
        <p:nvSpPr>
          <p:cNvPr id="22" name="Shape 20"/>
          <p:cNvSpPr/>
          <p:nvPr/>
        </p:nvSpPr>
        <p:spPr>
          <a:xfrm>
            <a:off x="2242216" y="3531564"/>
            <a:ext cx="75600" cy="75600"/>
          </a:xfrm>
          <a:prstGeom prst="rect">
            <a:avLst/>
          </a:prstGeom>
          <a:solidFill>
            <a:srgbClr val="5A3921"/>
          </a:solidFill>
          <a:ln/>
        </p:spPr>
      </p:sp>
      <p:sp>
        <p:nvSpPr>
          <p:cNvPr id="23" name="Shape 21"/>
          <p:cNvSpPr/>
          <p:nvPr/>
        </p:nvSpPr>
        <p:spPr>
          <a:xfrm>
            <a:off x="2350216" y="3531564"/>
            <a:ext cx="75600" cy="75600"/>
          </a:xfrm>
          <a:prstGeom prst="rect">
            <a:avLst/>
          </a:prstGeom>
          <a:solidFill>
            <a:srgbClr val="5A3921"/>
          </a:solidFill>
          <a:ln/>
        </p:spPr>
      </p:sp>
      <p:sp>
        <p:nvSpPr>
          <p:cNvPr id="24" name="Shape 22"/>
          <p:cNvSpPr/>
          <p:nvPr/>
        </p:nvSpPr>
        <p:spPr>
          <a:xfrm>
            <a:off x="1378216" y="3639564"/>
            <a:ext cx="75600" cy="75600"/>
          </a:xfrm>
          <a:prstGeom prst="rect">
            <a:avLst/>
          </a:prstGeom>
          <a:solidFill>
            <a:srgbClr val="5A3921"/>
          </a:solidFill>
          <a:ln/>
        </p:spPr>
      </p:sp>
      <p:sp>
        <p:nvSpPr>
          <p:cNvPr id="25" name="Shape 23"/>
          <p:cNvSpPr/>
          <p:nvPr/>
        </p:nvSpPr>
        <p:spPr>
          <a:xfrm>
            <a:off x="1486216" y="3639564"/>
            <a:ext cx="75600" cy="75600"/>
          </a:xfrm>
          <a:prstGeom prst="rect">
            <a:avLst/>
          </a:prstGeom>
          <a:solidFill>
            <a:srgbClr val="5A3921"/>
          </a:solidFill>
          <a:ln/>
        </p:spPr>
      </p:sp>
      <p:sp>
        <p:nvSpPr>
          <p:cNvPr id="26" name="Shape 24"/>
          <p:cNvSpPr/>
          <p:nvPr/>
        </p:nvSpPr>
        <p:spPr>
          <a:xfrm>
            <a:off x="1594216" y="3639564"/>
            <a:ext cx="75600" cy="75600"/>
          </a:xfrm>
          <a:prstGeom prst="rect">
            <a:avLst/>
          </a:prstGeom>
          <a:solidFill>
            <a:srgbClr val="5A3921"/>
          </a:solidFill>
          <a:ln/>
        </p:spPr>
      </p:sp>
      <p:sp>
        <p:nvSpPr>
          <p:cNvPr id="27" name="Shape 25"/>
          <p:cNvSpPr/>
          <p:nvPr/>
        </p:nvSpPr>
        <p:spPr>
          <a:xfrm>
            <a:off x="1702216" y="3639564"/>
            <a:ext cx="75600" cy="75600"/>
          </a:xfrm>
          <a:prstGeom prst="rect">
            <a:avLst/>
          </a:prstGeom>
          <a:solidFill>
            <a:srgbClr val="5A3921"/>
          </a:solidFill>
          <a:ln/>
        </p:spPr>
      </p:sp>
      <p:sp>
        <p:nvSpPr>
          <p:cNvPr id="28" name="Shape 26"/>
          <p:cNvSpPr/>
          <p:nvPr/>
        </p:nvSpPr>
        <p:spPr>
          <a:xfrm>
            <a:off x="1810216" y="3639564"/>
            <a:ext cx="75600" cy="75600"/>
          </a:xfrm>
          <a:prstGeom prst="rect">
            <a:avLst/>
          </a:prstGeom>
          <a:solidFill>
            <a:srgbClr val="5A3921"/>
          </a:solidFill>
          <a:ln/>
        </p:spPr>
      </p:sp>
      <p:sp>
        <p:nvSpPr>
          <p:cNvPr id="29" name="Shape 27"/>
          <p:cNvSpPr/>
          <p:nvPr/>
        </p:nvSpPr>
        <p:spPr>
          <a:xfrm>
            <a:off x="1918216" y="3639564"/>
            <a:ext cx="75600" cy="75600"/>
          </a:xfrm>
          <a:prstGeom prst="rect">
            <a:avLst/>
          </a:prstGeom>
          <a:solidFill>
            <a:srgbClr val="5A3921"/>
          </a:solidFill>
          <a:ln/>
        </p:spPr>
      </p:sp>
      <p:sp>
        <p:nvSpPr>
          <p:cNvPr id="30" name="Shape 28"/>
          <p:cNvSpPr/>
          <p:nvPr/>
        </p:nvSpPr>
        <p:spPr>
          <a:xfrm>
            <a:off x="2026216" y="3639564"/>
            <a:ext cx="75600" cy="75600"/>
          </a:xfrm>
          <a:prstGeom prst="rect">
            <a:avLst/>
          </a:prstGeom>
          <a:solidFill>
            <a:srgbClr val="5A3921"/>
          </a:solidFill>
          <a:ln/>
        </p:spPr>
      </p:sp>
      <p:sp>
        <p:nvSpPr>
          <p:cNvPr id="31" name="Shape 29"/>
          <p:cNvSpPr/>
          <p:nvPr/>
        </p:nvSpPr>
        <p:spPr>
          <a:xfrm>
            <a:off x="2134216" y="3639564"/>
            <a:ext cx="75600" cy="75600"/>
          </a:xfrm>
          <a:prstGeom prst="rect">
            <a:avLst/>
          </a:prstGeom>
          <a:solidFill>
            <a:srgbClr val="5A3921"/>
          </a:solidFill>
          <a:ln/>
        </p:spPr>
      </p:sp>
      <p:sp>
        <p:nvSpPr>
          <p:cNvPr id="32" name="Shape 30"/>
          <p:cNvSpPr/>
          <p:nvPr/>
        </p:nvSpPr>
        <p:spPr>
          <a:xfrm>
            <a:off x="2242216" y="3639564"/>
            <a:ext cx="75600" cy="75600"/>
          </a:xfrm>
          <a:prstGeom prst="rect">
            <a:avLst/>
          </a:prstGeom>
          <a:solidFill>
            <a:srgbClr val="5A3921"/>
          </a:solidFill>
          <a:ln/>
        </p:spPr>
      </p:sp>
      <p:sp>
        <p:nvSpPr>
          <p:cNvPr id="33" name="Shape 31"/>
          <p:cNvSpPr/>
          <p:nvPr/>
        </p:nvSpPr>
        <p:spPr>
          <a:xfrm>
            <a:off x="2350216" y="3639564"/>
            <a:ext cx="75600" cy="75600"/>
          </a:xfrm>
          <a:prstGeom prst="rect">
            <a:avLst/>
          </a:prstGeom>
          <a:solidFill>
            <a:srgbClr val="5A3921"/>
          </a:solidFill>
          <a:ln/>
        </p:spPr>
      </p:sp>
      <p:sp>
        <p:nvSpPr>
          <p:cNvPr id="34" name="Shape 32"/>
          <p:cNvSpPr/>
          <p:nvPr/>
        </p:nvSpPr>
        <p:spPr>
          <a:xfrm>
            <a:off x="1378216" y="3747564"/>
            <a:ext cx="75600" cy="75600"/>
          </a:xfrm>
          <a:prstGeom prst="rect">
            <a:avLst/>
          </a:prstGeom>
          <a:solidFill>
            <a:srgbClr val="5A3921"/>
          </a:solidFill>
          <a:ln/>
        </p:spPr>
      </p:sp>
      <p:sp>
        <p:nvSpPr>
          <p:cNvPr id="35" name="Shape 33"/>
          <p:cNvSpPr/>
          <p:nvPr/>
        </p:nvSpPr>
        <p:spPr>
          <a:xfrm>
            <a:off x="1486216" y="3747564"/>
            <a:ext cx="75600" cy="75600"/>
          </a:xfrm>
          <a:prstGeom prst="rect">
            <a:avLst/>
          </a:prstGeom>
          <a:solidFill>
            <a:srgbClr val="5A3921"/>
          </a:solidFill>
          <a:ln/>
        </p:spPr>
      </p:sp>
      <p:sp>
        <p:nvSpPr>
          <p:cNvPr id="36" name="Shape 34"/>
          <p:cNvSpPr/>
          <p:nvPr/>
        </p:nvSpPr>
        <p:spPr>
          <a:xfrm>
            <a:off x="1594216" y="3747564"/>
            <a:ext cx="75600" cy="75600"/>
          </a:xfrm>
          <a:prstGeom prst="rect">
            <a:avLst/>
          </a:prstGeom>
          <a:solidFill>
            <a:srgbClr val="5A3921"/>
          </a:solidFill>
          <a:ln/>
        </p:spPr>
      </p:sp>
      <p:sp>
        <p:nvSpPr>
          <p:cNvPr id="37" name="Shape 35"/>
          <p:cNvSpPr/>
          <p:nvPr/>
        </p:nvSpPr>
        <p:spPr>
          <a:xfrm>
            <a:off x="1702216" y="3747564"/>
            <a:ext cx="75600" cy="75600"/>
          </a:xfrm>
          <a:prstGeom prst="rect">
            <a:avLst/>
          </a:prstGeom>
          <a:solidFill>
            <a:srgbClr val="5A3921"/>
          </a:solidFill>
          <a:ln/>
        </p:spPr>
      </p:sp>
      <p:sp>
        <p:nvSpPr>
          <p:cNvPr id="38" name="Shape 36"/>
          <p:cNvSpPr/>
          <p:nvPr/>
        </p:nvSpPr>
        <p:spPr>
          <a:xfrm>
            <a:off x="1810216" y="3747564"/>
            <a:ext cx="75600" cy="75600"/>
          </a:xfrm>
          <a:prstGeom prst="rect">
            <a:avLst/>
          </a:prstGeom>
          <a:solidFill>
            <a:srgbClr val="5A3921"/>
          </a:solidFill>
          <a:ln/>
        </p:spPr>
      </p:sp>
      <p:sp>
        <p:nvSpPr>
          <p:cNvPr id="39" name="Shape 37"/>
          <p:cNvSpPr/>
          <p:nvPr/>
        </p:nvSpPr>
        <p:spPr>
          <a:xfrm>
            <a:off x="1918216" y="3747564"/>
            <a:ext cx="75600" cy="75600"/>
          </a:xfrm>
          <a:prstGeom prst="rect">
            <a:avLst/>
          </a:prstGeom>
          <a:solidFill>
            <a:srgbClr val="5A3921"/>
          </a:solidFill>
          <a:ln/>
        </p:spPr>
      </p:sp>
      <p:sp>
        <p:nvSpPr>
          <p:cNvPr id="40" name="Shape 38"/>
          <p:cNvSpPr/>
          <p:nvPr/>
        </p:nvSpPr>
        <p:spPr>
          <a:xfrm>
            <a:off x="2026216" y="3747564"/>
            <a:ext cx="75600" cy="75600"/>
          </a:xfrm>
          <a:prstGeom prst="rect">
            <a:avLst/>
          </a:prstGeom>
          <a:solidFill>
            <a:srgbClr val="5A3921"/>
          </a:solidFill>
          <a:ln/>
        </p:spPr>
      </p:sp>
      <p:sp>
        <p:nvSpPr>
          <p:cNvPr id="41" name="Shape 39"/>
          <p:cNvSpPr/>
          <p:nvPr/>
        </p:nvSpPr>
        <p:spPr>
          <a:xfrm>
            <a:off x="2134216" y="3747564"/>
            <a:ext cx="75600" cy="75600"/>
          </a:xfrm>
          <a:prstGeom prst="rect">
            <a:avLst/>
          </a:prstGeom>
          <a:solidFill>
            <a:srgbClr val="5A3921"/>
          </a:solidFill>
          <a:ln/>
        </p:spPr>
      </p:sp>
      <p:sp>
        <p:nvSpPr>
          <p:cNvPr id="42" name="Shape 40"/>
          <p:cNvSpPr/>
          <p:nvPr/>
        </p:nvSpPr>
        <p:spPr>
          <a:xfrm>
            <a:off x="2242216" y="3747564"/>
            <a:ext cx="75600" cy="75600"/>
          </a:xfrm>
          <a:prstGeom prst="rect">
            <a:avLst/>
          </a:prstGeom>
          <a:solidFill>
            <a:srgbClr val="5A3921"/>
          </a:solidFill>
          <a:ln/>
        </p:spPr>
      </p:sp>
      <p:sp>
        <p:nvSpPr>
          <p:cNvPr id="43" name="Shape 41"/>
          <p:cNvSpPr/>
          <p:nvPr/>
        </p:nvSpPr>
        <p:spPr>
          <a:xfrm>
            <a:off x="2350216" y="3747564"/>
            <a:ext cx="75600" cy="75600"/>
          </a:xfrm>
          <a:prstGeom prst="rect">
            <a:avLst/>
          </a:prstGeom>
          <a:solidFill>
            <a:srgbClr val="5A3921"/>
          </a:solidFill>
          <a:ln/>
        </p:spPr>
      </p:sp>
      <p:sp>
        <p:nvSpPr>
          <p:cNvPr id="44" name="Shape 42"/>
          <p:cNvSpPr/>
          <p:nvPr/>
        </p:nvSpPr>
        <p:spPr>
          <a:xfrm>
            <a:off x="1378216" y="3855564"/>
            <a:ext cx="75600" cy="75600"/>
          </a:xfrm>
          <a:prstGeom prst="rect">
            <a:avLst/>
          </a:prstGeom>
          <a:solidFill>
            <a:srgbClr val="5A3921"/>
          </a:solidFill>
          <a:ln/>
        </p:spPr>
      </p:sp>
      <p:sp>
        <p:nvSpPr>
          <p:cNvPr id="45" name="Shape 43"/>
          <p:cNvSpPr/>
          <p:nvPr/>
        </p:nvSpPr>
        <p:spPr>
          <a:xfrm>
            <a:off x="1486216" y="3855564"/>
            <a:ext cx="75600" cy="75600"/>
          </a:xfrm>
          <a:prstGeom prst="rect">
            <a:avLst/>
          </a:prstGeom>
          <a:solidFill>
            <a:srgbClr val="5A3921"/>
          </a:solidFill>
          <a:ln/>
        </p:spPr>
      </p:sp>
      <p:sp>
        <p:nvSpPr>
          <p:cNvPr id="46" name="Shape 44"/>
          <p:cNvSpPr/>
          <p:nvPr/>
        </p:nvSpPr>
        <p:spPr>
          <a:xfrm>
            <a:off x="1594216" y="3855564"/>
            <a:ext cx="75600" cy="75600"/>
          </a:xfrm>
          <a:prstGeom prst="rect">
            <a:avLst/>
          </a:prstGeom>
          <a:solidFill>
            <a:srgbClr val="5A3921"/>
          </a:solidFill>
          <a:ln/>
        </p:spPr>
      </p:sp>
      <p:sp>
        <p:nvSpPr>
          <p:cNvPr id="47" name="Shape 45"/>
          <p:cNvSpPr/>
          <p:nvPr/>
        </p:nvSpPr>
        <p:spPr>
          <a:xfrm>
            <a:off x="1702216" y="3855564"/>
            <a:ext cx="75600" cy="75600"/>
          </a:xfrm>
          <a:prstGeom prst="rect">
            <a:avLst/>
          </a:prstGeom>
          <a:solidFill>
            <a:srgbClr val="5A3921"/>
          </a:solidFill>
          <a:ln/>
        </p:spPr>
      </p:sp>
      <p:sp>
        <p:nvSpPr>
          <p:cNvPr id="48" name="Shape 46"/>
          <p:cNvSpPr/>
          <p:nvPr/>
        </p:nvSpPr>
        <p:spPr>
          <a:xfrm>
            <a:off x="1810216" y="3855564"/>
            <a:ext cx="75600" cy="75600"/>
          </a:xfrm>
          <a:prstGeom prst="rect">
            <a:avLst/>
          </a:prstGeom>
          <a:solidFill>
            <a:srgbClr val="5A3921"/>
          </a:solidFill>
          <a:ln/>
        </p:spPr>
      </p:sp>
      <p:sp>
        <p:nvSpPr>
          <p:cNvPr id="49" name="Shape 47"/>
          <p:cNvSpPr/>
          <p:nvPr/>
        </p:nvSpPr>
        <p:spPr>
          <a:xfrm>
            <a:off x="1918216" y="3855564"/>
            <a:ext cx="75600" cy="75600"/>
          </a:xfrm>
          <a:prstGeom prst="rect">
            <a:avLst/>
          </a:prstGeom>
          <a:solidFill>
            <a:srgbClr val="5A3921"/>
          </a:solidFill>
          <a:ln/>
        </p:spPr>
      </p:sp>
      <p:sp>
        <p:nvSpPr>
          <p:cNvPr id="50" name="Shape 48"/>
          <p:cNvSpPr/>
          <p:nvPr/>
        </p:nvSpPr>
        <p:spPr>
          <a:xfrm>
            <a:off x="2026216" y="3855564"/>
            <a:ext cx="75600" cy="75600"/>
          </a:xfrm>
          <a:prstGeom prst="rect">
            <a:avLst/>
          </a:prstGeom>
          <a:solidFill>
            <a:srgbClr val="5A3921"/>
          </a:solidFill>
          <a:ln/>
        </p:spPr>
      </p:sp>
      <p:sp>
        <p:nvSpPr>
          <p:cNvPr id="51" name="Shape 49"/>
          <p:cNvSpPr/>
          <p:nvPr/>
        </p:nvSpPr>
        <p:spPr>
          <a:xfrm>
            <a:off x="2134216" y="3855564"/>
            <a:ext cx="75600" cy="75600"/>
          </a:xfrm>
          <a:prstGeom prst="rect">
            <a:avLst/>
          </a:prstGeom>
          <a:solidFill>
            <a:srgbClr val="5A3921"/>
          </a:solidFill>
          <a:ln/>
        </p:spPr>
      </p:sp>
      <p:sp>
        <p:nvSpPr>
          <p:cNvPr id="52" name="Shape 50"/>
          <p:cNvSpPr/>
          <p:nvPr/>
        </p:nvSpPr>
        <p:spPr>
          <a:xfrm>
            <a:off x="2242216" y="3855564"/>
            <a:ext cx="75600" cy="75600"/>
          </a:xfrm>
          <a:prstGeom prst="rect">
            <a:avLst/>
          </a:prstGeom>
          <a:solidFill>
            <a:srgbClr val="5A3921"/>
          </a:solidFill>
          <a:ln/>
        </p:spPr>
      </p:sp>
      <p:sp>
        <p:nvSpPr>
          <p:cNvPr id="53" name="Shape 51"/>
          <p:cNvSpPr/>
          <p:nvPr/>
        </p:nvSpPr>
        <p:spPr>
          <a:xfrm>
            <a:off x="2350216" y="3855564"/>
            <a:ext cx="75600" cy="75600"/>
          </a:xfrm>
          <a:prstGeom prst="rect">
            <a:avLst/>
          </a:prstGeom>
          <a:solidFill>
            <a:srgbClr val="5A3921"/>
          </a:solidFill>
          <a:ln/>
        </p:spPr>
      </p:sp>
      <p:sp>
        <p:nvSpPr>
          <p:cNvPr id="54" name="Shape 52"/>
          <p:cNvSpPr/>
          <p:nvPr/>
        </p:nvSpPr>
        <p:spPr>
          <a:xfrm>
            <a:off x="1378216" y="3963564"/>
            <a:ext cx="75600" cy="75600"/>
          </a:xfrm>
          <a:prstGeom prst="rect">
            <a:avLst/>
          </a:prstGeom>
          <a:solidFill>
            <a:srgbClr val="5A3921"/>
          </a:solidFill>
          <a:ln/>
        </p:spPr>
      </p:sp>
      <p:sp>
        <p:nvSpPr>
          <p:cNvPr id="55" name="Shape 53"/>
          <p:cNvSpPr/>
          <p:nvPr/>
        </p:nvSpPr>
        <p:spPr>
          <a:xfrm>
            <a:off x="1486216" y="3963564"/>
            <a:ext cx="75600" cy="75600"/>
          </a:xfrm>
          <a:prstGeom prst="rect">
            <a:avLst/>
          </a:prstGeom>
          <a:solidFill>
            <a:srgbClr val="5A3921"/>
          </a:solidFill>
          <a:ln/>
        </p:spPr>
      </p:sp>
      <p:sp>
        <p:nvSpPr>
          <p:cNvPr id="56" name="Shape 54"/>
          <p:cNvSpPr/>
          <p:nvPr/>
        </p:nvSpPr>
        <p:spPr>
          <a:xfrm>
            <a:off x="1594216" y="3963564"/>
            <a:ext cx="75600" cy="75600"/>
          </a:xfrm>
          <a:prstGeom prst="rect">
            <a:avLst/>
          </a:prstGeom>
          <a:solidFill>
            <a:srgbClr val="5A3921"/>
          </a:solidFill>
          <a:ln/>
        </p:spPr>
      </p:sp>
      <p:sp>
        <p:nvSpPr>
          <p:cNvPr id="57" name="Shape 55"/>
          <p:cNvSpPr/>
          <p:nvPr/>
        </p:nvSpPr>
        <p:spPr>
          <a:xfrm>
            <a:off x="1702216" y="3963564"/>
            <a:ext cx="75600" cy="75600"/>
          </a:xfrm>
          <a:prstGeom prst="rect">
            <a:avLst/>
          </a:prstGeom>
          <a:solidFill>
            <a:srgbClr val="5A3921"/>
          </a:solidFill>
          <a:ln/>
        </p:spPr>
      </p:sp>
      <p:sp>
        <p:nvSpPr>
          <p:cNvPr id="58" name="Shape 56"/>
          <p:cNvSpPr/>
          <p:nvPr/>
        </p:nvSpPr>
        <p:spPr>
          <a:xfrm>
            <a:off x="1810216" y="3963564"/>
            <a:ext cx="75600" cy="75600"/>
          </a:xfrm>
          <a:prstGeom prst="rect">
            <a:avLst/>
          </a:prstGeom>
          <a:solidFill>
            <a:srgbClr val="5A3921"/>
          </a:solidFill>
          <a:ln/>
        </p:spPr>
      </p:sp>
      <p:sp>
        <p:nvSpPr>
          <p:cNvPr id="59" name="Shape 57"/>
          <p:cNvSpPr/>
          <p:nvPr/>
        </p:nvSpPr>
        <p:spPr>
          <a:xfrm>
            <a:off x="1918216" y="3963564"/>
            <a:ext cx="75600" cy="75600"/>
          </a:xfrm>
          <a:prstGeom prst="rect">
            <a:avLst/>
          </a:prstGeom>
          <a:solidFill>
            <a:srgbClr val="5A3921"/>
          </a:solidFill>
          <a:ln/>
        </p:spPr>
      </p:sp>
      <p:sp>
        <p:nvSpPr>
          <p:cNvPr id="60" name="Shape 58"/>
          <p:cNvSpPr/>
          <p:nvPr/>
        </p:nvSpPr>
        <p:spPr>
          <a:xfrm>
            <a:off x="2026216" y="3963564"/>
            <a:ext cx="75600" cy="75600"/>
          </a:xfrm>
          <a:prstGeom prst="rect">
            <a:avLst/>
          </a:prstGeom>
          <a:solidFill>
            <a:srgbClr val="5A3921"/>
          </a:solidFill>
          <a:ln/>
        </p:spPr>
      </p:sp>
      <p:sp>
        <p:nvSpPr>
          <p:cNvPr id="61" name="Shape 59"/>
          <p:cNvSpPr/>
          <p:nvPr/>
        </p:nvSpPr>
        <p:spPr>
          <a:xfrm>
            <a:off x="2134216" y="3963564"/>
            <a:ext cx="75600" cy="75600"/>
          </a:xfrm>
          <a:prstGeom prst="rect">
            <a:avLst/>
          </a:prstGeom>
          <a:solidFill>
            <a:srgbClr val="5A3921"/>
          </a:solidFill>
          <a:ln/>
        </p:spPr>
      </p:sp>
      <p:sp>
        <p:nvSpPr>
          <p:cNvPr id="62" name="Shape 60"/>
          <p:cNvSpPr/>
          <p:nvPr/>
        </p:nvSpPr>
        <p:spPr>
          <a:xfrm>
            <a:off x="2242216" y="3963564"/>
            <a:ext cx="75600" cy="75600"/>
          </a:xfrm>
          <a:prstGeom prst="rect">
            <a:avLst/>
          </a:prstGeom>
          <a:solidFill>
            <a:srgbClr val="5A3921"/>
          </a:solidFill>
          <a:ln/>
        </p:spPr>
      </p:sp>
      <p:sp>
        <p:nvSpPr>
          <p:cNvPr id="63" name="Shape 61"/>
          <p:cNvSpPr/>
          <p:nvPr/>
        </p:nvSpPr>
        <p:spPr>
          <a:xfrm>
            <a:off x="2350216" y="3963564"/>
            <a:ext cx="75600" cy="75600"/>
          </a:xfrm>
          <a:prstGeom prst="rect">
            <a:avLst/>
          </a:prstGeom>
          <a:solidFill>
            <a:srgbClr val="5A3921"/>
          </a:solidFill>
          <a:ln/>
        </p:spPr>
      </p:sp>
      <p:sp>
        <p:nvSpPr>
          <p:cNvPr id="64" name="Shape 62"/>
          <p:cNvSpPr/>
          <p:nvPr/>
        </p:nvSpPr>
        <p:spPr>
          <a:xfrm>
            <a:off x="1378216" y="4071564"/>
            <a:ext cx="75600" cy="75600"/>
          </a:xfrm>
          <a:prstGeom prst="rect">
            <a:avLst/>
          </a:prstGeom>
          <a:solidFill>
            <a:srgbClr val="5A3921"/>
          </a:solidFill>
          <a:ln/>
        </p:spPr>
      </p:sp>
      <p:sp>
        <p:nvSpPr>
          <p:cNvPr id="65" name="Shape 63"/>
          <p:cNvSpPr/>
          <p:nvPr/>
        </p:nvSpPr>
        <p:spPr>
          <a:xfrm>
            <a:off x="1486216" y="4071564"/>
            <a:ext cx="75600" cy="75600"/>
          </a:xfrm>
          <a:prstGeom prst="rect">
            <a:avLst/>
          </a:prstGeom>
          <a:solidFill>
            <a:srgbClr val="5A3921"/>
          </a:solidFill>
          <a:ln/>
        </p:spPr>
      </p:sp>
      <p:sp>
        <p:nvSpPr>
          <p:cNvPr id="66" name="Shape 64"/>
          <p:cNvSpPr/>
          <p:nvPr/>
        </p:nvSpPr>
        <p:spPr>
          <a:xfrm>
            <a:off x="1594216" y="4071564"/>
            <a:ext cx="75600" cy="75600"/>
          </a:xfrm>
          <a:prstGeom prst="rect">
            <a:avLst/>
          </a:prstGeom>
          <a:solidFill>
            <a:srgbClr val="5A3921"/>
          </a:solidFill>
          <a:ln/>
        </p:spPr>
      </p:sp>
      <p:sp>
        <p:nvSpPr>
          <p:cNvPr id="67" name="Shape 65"/>
          <p:cNvSpPr/>
          <p:nvPr/>
        </p:nvSpPr>
        <p:spPr>
          <a:xfrm>
            <a:off x="1702216" y="4071564"/>
            <a:ext cx="75600" cy="75600"/>
          </a:xfrm>
          <a:prstGeom prst="rect">
            <a:avLst/>
          </a:prstGeom>
          <a:solidFill>
            <a:srgbClr val="5A3921"/>
          </a:solidFill>
          <a:ln/>
        </p:spPr>
      </p:sp>
      <p:sp>
        <p:nvSpPr>
          <p:cNvPr id="68" name="Shape 66"/>
          <p:cNvSpPr/>
          <p:nvPr/>
        </p:nvSpPr>
        <p:spPr>
          <a:xfrm>
            <a:off x="1810216" y="4071564"/>
            <a:ext cx="75600" cy="75600"/>
          </a:xfrm>
          <a:prstGeom prst="rect">
            <a:avLst/>
          </a:prstGeom>
          <a:solidFill>
            <a:srgbClr val="5A3921"/>
          </a:solidFill>
          <a:ln/>
        </p:spPr>
      </p:sp>
      <p:sp>
        <p:nvSpPr>
          <p:cNvPr id="69" name="Shape 67"/>
          <p:cNvSpPr/>
          <p:nvPr/>
        </p:nvSpPr>
        <p:spPr>
          <a:xfrm>
            <a:off x="1918216" y="4071564"/>
            <a:ext cx="75600" cy="75600"/>
          </a:xfrm>
          <a:prstGeom prst="rect">
            <a:avLst/>
          </a:prstGeom>
          <a:solidFill>
            <a:srgbClr val="5A3921"/>
          </a:solidFill>
          <a:ln/>
        </p:spPr>
      </p:sp>
      <p:sp>
        <p:nvSpPr>
          <p:cNvPr id="70" name="Shape 68"/>
          <p:cNvSpPr/>
          <p:nvPr/>
        </p:nvSpPr>
        <p:spPr>
          <a:xfrm>
            <a:off x="2026216" y="4071564"/>
            <a:ext cx="75600" cy="75600"/>
          </a:xfrm>
          <a:prstGeom prst="rect">
            <a:avLst/>
          </a:prstGeom>
          <a:solidFill>
            <a:srgbClr val="5A3921"/>
          </a:solidFill>
          <a:ln/>
        </p:spPr>
      </p:sp>
      <p:sp>
        <p:nvSpPr>
          <p:cNvPr id="71" name="Shape 69"/>
          <p:cNvSpPr/>
          <p:nvPr/>
        </p:nvSpPr>
        <p:spPr>
          <a:xfrm>
            <a:off x="2134216" y="4071564"/>
            <a:ext cx="75600" cy="75600"/>
          </a:xfrm>
          <a:prstGeom prst="rect">
            <a:avLst/>
          </a:prstGeom>
          <a:solidFill>
            <a:srgbClr val="5A3921"/>
          </a:solidFill>
          <a:ln/>
        </p:spPr>
      </p:sp>
      <p:sp>
        <p:nvSpPr>
          <p:cNvPr id="72" name="Shape 70"/>
          <p:cNvSpPr/>
          <p:nvPr/>
        </p:nvSpPr>
        <p:spPr>
          <a:xfrm>
            <a:off x="2242216" y="4071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</p:sp>
      <p:sp>
        <p:nvSpPr>
          <p:cNvPr id="73" name="Shape 71"/>
          <p:cNvSpPr/>
          <p:nvPr/>
        </p:nvSpPr>
        <p:spPr>
          <a:xfrm>
            <a:off x="2350216" y="4071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</p:sp>
      <p:sp>
        <p:nvSpPr>
          <p:cNvPr id="74" name="Shape 72"/>
          <p:cNvSpPr/>
          <p:nvPr/>
        </p:nvSpPr>
        <p:spPr>
          <a:xfrm>
            <a:off x="1378216" y="4179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</p:sp>
      <p:sp>
        <p:nvSpPr>
          <p:cNvPr id="75" name="Shape 73"/>
          <p:cNvSpPr/>
          <p:nvPr/>
        </p:nvSpPr>
        <p:spPr>
          <a:xfrm>
            <a:off x="1486216" y="4179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</p:sp>
      <p:sp>
        <p:nvSpPr>
          <p:cNvPr id="76" name="Shape 74"/>
          <p:cNvSpPr/>
          <p:nvPr/>
        </p:nvSpPr>
        <p:spPr>
          <a:xfrm>
            <a:off x="1594216" y="4179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</p:sp>
      <p:sp>
        <p:nvSpPr>
          <p:cNvPr id="77" name="Shape 75"/>
          <p:cNvSpPr/>
          <p:nvPr/>
        </p:nvSpPr>
        <p:spPr>
          <a:xfrm>
            <a:off x="1702216" y="4179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</p:sp>
      <p:sp>
        <p:nvSpPr>
          <p:cNvPr id="78" name="Shape 76"/>
          <p:cNvSpPr/>
          <p:nvPr/>
        </p:nvSpPr>
        <p:spPr>
          <a:xfrm>
            <a:off x="1810216" y="4179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</p:sp>
      <p:sp>
        <p:nvSpPr>
          <p:cNvPr id="79" name="Shape 77"/>
          <p:cNvSpPr/>
          <p:nvPr/>
        </p:nvSpPr>
        <p:spPr>
          <a:xfrm>
            <a:off x="1918216" y="4179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</p:sp>
      <p:sp>
        <p:nvSpPr>
          <p:cNvPr id="80" name="Shape 78"/>
          <p:cNvSpPr/>
          <p:nvPr/>
        </p:nvSpPr>
        <p:spPr>
          <a:xfrm>
            <a:off x="2026216" y="4179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</p:sp>
      <p:sp>
        <p:nvSpPr>
          <p:cNvPr id="81" name="Shape 79"/>
          <p:cNvSpPr/>
          <p:nvPr/>
        </p:nvSpPr>
        <p:spPr>
          <a:xfrm>
            <a:off x="2134216" y="4179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</p:sp>
      <p:sp>
        <p:nvSpPr>
          <p:cNvPr id="82" name="Shape 80"/>
          <p:cNvSpPr/>
          <p:nvPr/>
        </p:nvSpPr>
        <p:spPr>
          <a:xfrm>
            <a:off x="2242216" y="4179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</p:sp>
      <p:sp>
        <p:nvSpPr>
          <p:cNvPr id="83" name="Shape 81"/>
          <p:cNvSpPr/>
          <p:nvPr/>
        </p:nvSpPr>
        <p:spPr>
          <a:xfrm>
            <a:off x="2350216" y="4179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</p:sp>
      <p:sp>
        <p:nvSpPr>
          <p:cNvPr id="84" name="Shape 82"/>
          <p:cNvSpPr/>
          <p:nvPr/>
        </p:nvSpPr>
        <p:spPr>
          <a:xfrm>
            <a:off x="1378216" y="4287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</p:sp>
      <p:sp>
        <p:nvSpPr>
          <p:cNvPr id="85" name="Shape 83"/>
          <p:cNvSpPr/>
          <p:nvPr/>
        </p:nvSpPr>
        <p:spPr>
          <a:xfrm>
            <a:off x="1486216" y="4287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</p:sp>
      <p:sp>
        <p:nvSpPr>
          <p:cNvPr id="86" name="Shape 84"/>
          <p:cNvSpPr/>
          <p:nvPr/>
        </p:nvSpPr>
        <p:spPr>
          <a:xfrm>
            <a:off x="1594216" y="4287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</p:sp>
      <p:sp>
        <p:nvSpPr>
          <p:cNvPr id="87" name="Shape 85"/>
          <p:cNvSpPr/>
          <p:nvPr/>
        </p:nvSpPr>
        <p:spPr>
          <a:xfrm>
            <a:off x="1702216" y="4287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</p:sp>
      <p:sp>
        <p:nvSpPr>
          <p:cNvPr id="88" name="Shape 86"/>
          <p:cNvSpPr/>
          <p:nvPr/>
        </p:nvSpPr>
        <p:spPr>
          <a:xfrm>
            <a:off x="1810216" y="4287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</p:sp>
      <p:sp>
        <p:nvSpPr>
          <p:cNvPr id="89" name="Shape 87"/>
          <p:cNvSpPr/>
          <p:nvPr/>
        </p:nvSpPr>
        <p:spPr>
          <a:xfrm>
            <a:off x="1918216" y="4287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</p:sp>
      <p:sp>
        <p:nvSpPr>
          <p:cNvPr id="90" name="Shape 88"/>
          <p:cNvSpPr/>
          <p:nvPr/>
        </p:nvSpPr>
        <p:spPr>
          <a:xfrm>
            <a:off x="2026216" y="4287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</p:sp>
      <p:sp>
        <p:nvSpPr>
          <p:cNvPr id="91" name="Shape 89"/>
          <p:cNvSpPr/>
          <p:nvPr/>
        </p:nvSpPr>
        <p:spPr>
          <a:xfrm>
            <a:off x="2134216" y="4287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</p:sp>
      <p:sp>
        <p:nvSpPr>
          <p:cNvPr id="92" name="Shape 90"/>
          <p:cNvSpPr/>
          <p:nvPr/>
        </p:nvSpPr>
        <p:spPr>
          <a:xfrm>
            <a:off x="2242216" y="4287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</p:sp>
      <p:sp>
        <p:nvSpPr>
          <p:cNvPr id="93" name="Shape 91"/>
          <p:cNvSpPr/>
          <p:nvPr/>
        </p:nvSpPr>
        <p:spPr>
          <a:xfrm>
            <a:off x="2350216" y="4287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</p:sp>
      <p:sp>
        <p:nvSpPr>
          <p:cNvPr id="94" name="Shape 92"/>
          <p:cNvSpPr/>
          <p:nvPr/>
        </p:nvSpPr>
        <p:spPr>
          <a:xfrm>
            <a:off x="1378216" y="4395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</p:sp>
      <p:sp>
        <p:nvSpPr>
          <p:cNvPr id="95" name="Shape 93"/>
          <p:cNvSpPr/>
          <p:nvPr/>
        </p:nvSpPr>
        <p:spPr>
          <a:xfrm>
            <a:off x="1486216" y="4395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</p:sp>
      <p:sp>
        <p:nvSpPr>
          <p:cNvPr id="96" name="Shape 94"/>
          <p:cNvSpPr/>
          <p:nvPr/>
        </p:nvSpPr>
        <p:spPr>
          <a:xfrm>
            <a:off x="1594216" y="4395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</p:sp>
      <p:sp>
        <p:nvSpPr>
          <p:cNvPr id="97" name="Shape 95"/>
          <p:cNvSpPr/>
          <p:nvPr/>
        </p:nvSpPr>
        <p:spPr>
          <a:xfrm>
            <a:off x="1702216" y="4395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</p:sp>
      <p:sp>
        <p:nvSpPr>
          <p:cNvPr id="98" name="Shape 96"/>
          <p:cNvSpPr/>
          <p:nvPr/>
        </p:nvSpPr>
        <p:spPr>
          <a:xfrm>
            <a:off x="1810216" y="4395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</p:sp>
      <p:sp>
        <p:nvSpPr>
          <p:cNvPr id="99" name="Shape 97"/>
          <p:cNvSpPr/>
          <p:nvPr/>
        </p:nvSpPr>
        <p:spPr>
          <a:xfrm>
            <a:off x="1918216" y="4395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</p:sp>
      <p:sp>
        <p:nvSpPr>
          <p:cNvPr id="100" name="Shape 98"/>
          <p:cNvSpPr/>
          <p:nvPr/>
        </p:nvSpPr>
        <p:spPr>
          <a:xfrm>
            <a:off x="2026216" y="4395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</p:sp>
      <p:sp>
        <p:nvSpPr>
          <p:cNvPr id="101" name="Shape 99"/>
          <p:cNvSpPr/>
          <p:nvPr/>
        </p:nvSpPr>
        <p:spPr>
          <a:xfrm>
            <a:off x="2134216" y="4395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</p:sp>
      <p:sp>
        <p:nvSpPr>
          <p:cNvPr id="102" name="Shape 100"/>
          <p:cNvSpPr/>
          <p:nvPr/>
        </p:nvSpPr>
        <p:spPr>
          <a:xfrm>
            <a:off x="2242216" y="4395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</p:sp>
      <p:sp>
        <p:nvSpPr>
          <p:cNvPr id="103" name="Shape 101"/>
          <p:cNvSpPr/>
          <p:nvPr/>
        </p:nvSpPr>
        <p:spPr>
          <a:xfrm>
            <a:off x="2350216" y="4395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</p:sp>
      <p:sp>
        <p:nvSpPr>
          <p:cNvPr id="104" name="Shape 102"/>
          <p:cNvSpPr/>
          <p:nvPr/>
        </p:nvSpPr>
        <p:spPr>
          <a:xfrm>
            <a:off x="1378216" y="4503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</p:sp>
      <p:sp>
        <p:nvSpPr>
          <p:cNvPr id="105" name="Shape 103"/>
          <p:cNvSpPr/>
          <p:nvPr/>
        </p:nvSpPr>
        <p:spPr>
          <a:xfrm>
            <a:off x="1486216" y="4503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</p:sp>
      <p:sp>
        <p:nvSpPr>
          <p:cNvPr id="106" name="Shape 104"/>
          <p:cNvSpPr/>
          <p:nvPr/>
        </p:nvSpPr>
        <p:spPr>
          <a:xfrm>
            <a:off x="1594216" y="4503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</p:sp>
      <p:sp>
        <p:nvSpPr>
          <p:cNvPr id="107" name="Shape 105"/>
          <p:cNvSpPr/>
          <p:nvPr/>
        </p:nvSpPr>
        <p:spPr>
          <a:xfrm>
            <a:off x="1702216" y="4503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</p:sp>
      <p:sp>
        <p:nvSpPr>
          <p:cNvPr id="108" name="Shape 106"/>
          <p:cNvSpPr/>
          <p:nvPr/>
        </p:nvSpPr>
        <p:spPr>
          <a:xfrm>
            <a:off x="1810216" y="4503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</p:sp>
      <p:sp>
        <p:nvSpPr>
          <p:cNvPr id="109" name="Shape 107"/>
          <p:cNvSpPr/>
          <p:nvPr/>
        </p:nvSpPr>
        <p:spPr>
          <a:xfrm>
            <a:off x="1918216" y="4503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</p:sp>
      <p:sp>
        <p:nvSpPr>
          <p:cNvPr id="110" name="Shape 108"/>
          <p:cNvSpPr/>
          <p:nvPr/>
        </p:nvSpPr>
        <p:spPr>
          <a:xfrm>
            <a:off x="2026216" y="4503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</p:sp>
      <p:sp>
        <p:nvSpPr>
          <p:cNvPr id="111" name="Shape 109"/>
          <p:cNvSpPr/>
          <p:nvPr/>
        </p:nvSpPr>
        <p:spPr>
          <a:xfrm>
            <a:off x="2134216" y="4503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</p:sp>
      <p:sp>
        <p:nvSpPr>
          <p:cNvPr id="112" name="Shape 110"/>
          <p:cNvSpPr/>
          <p:nvPr/>
        </p:nvSpPr>
        <p:spPr>
          <a:xfrm>
            <a:off x="2242216" y="4503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</p:sp>
      <p:sp>
        <p:nvSpPr>
          <p:cNvPr id="113" name="Shape 111"/>
          <p:cNvSpPr/>
          <p:nvPr/>
        </p:nvSpPr>
        <p:spPr>
          <a:xfrm>
            <a:off x="2350216" y="4503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</p:sp>
      <p:sp>
        <p:nvSpPr>
          <p:cNvPr id="114" name="Text 112"/>
          <p:cNvSpPr/>
          <p:nvPr/>
        </p:nvSpPr>
        <p:spPr>
          <a:xfrm>
            <a:off x="576072" y="4669164"/>
            <a:ext cx="2651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 3</a:t>
            </a:r>
            <a:endParaRPr lang="en-US" sz="900" dirty="0"/>
          </a:p>
        </p:txBody>
      </p:sp>
      <p:sp>
        <p:nvSpPr>
          <p:cNvPr id="115" name="Text 113"/>
          <p:cNvSpPr/>
          <p:nvPr/>
        </p:nvSpPr>
        <p:spPr>
          <a:xfrm>
            <a:off x="3371960" y="3167244"/>
            <a:ext cx="2651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42%</a:t>
            </a:r>
            <a:endParaRPr lang="en-US" sz="1500" dirty="0"/>
          </a:p>
        </p:txBody>
      </p:sp>
      <p:sp>
        <p:nvSpPr>
          <p:cNvPr id="116" name="Shape 114"/>
          <p:cNvSpPr/>
          <p:nvPr/>
        </p:nvSpPr>
        <p:spPr>
          <a:xfrm>
            <a:off x="4174104" y="3531564"/>
            <a:ext cx="75600" cy="75600"/>
          </a:xfrm>
          <a:prstGeom prst="rect">
            <a:avLst/>
          </a:prstGeom>
          <a:solidFill>
            <a:srgbClr val="5A3921"/>
          </a:solidFill>
          <a:ln/>
        </p:spPr>
      </p:sp>
      <p:sp>
        <p:nvSpPr>
          <p:cNvPr id="117" name="Shape 115"/>
          <p:cNvSpPr/>
          <p:nvPr/>
        </p:nvSpPr>
        <p:spPr>
          <a:xfrm>
            <a:off x="4282104" y="3531564"/>
            <a:ext cx="75600" cy="75600"/>
          </a:xfrm>
          <a:prstGeom prst="rect">
            <a:avLst/>
          </a:prstGeom>
          <a:solidFill>
            <a:srgbClr val="5A3921"/>
          </a:solidFill>
          <a:ln/>
        </p:spPr>
      </p:sp>
      <p:sp>
        <p:nvSpPr>
          <p:cNvPr id="118" name="Shape 116"/>
          <p:cNvSpPr/>
          <p:nvPr/>
        </p:nvSpPr>
        <p:spPr>
          <a:xfrm>
            <a:off x="4390104" y="3531564"/>
            <a:ext cx="75600" cy="75600"/>
          </a:xfrm>
          <a:prstGeom prst="rect">
            <a:avLst/>
          </a:prstGeom>
          <a:solidFill>
            <a:srgbClr val="5A3921"/>
          </a:solidFill>
          <a:ln/>
        </p:spPr>
      </p:sp>
      <p:sp>
        <p:nvSpPr>
          <p:cNvPr id="119" name="Shape 117"/>
          <p:cNvSpPr/>
          <p:nvPr/>
        </p:nvSpPr>
        <p:spPr>
          <a:xfrm>
            <a:off x="4498104" y="3531564"/>
            <a:ext cx="75600" cy="75600"/>
          </a:xfrm>
          <a:prstGeom prst="rect">
            <a:avLst/>
          </a:prstGeom>
          <a:solidFill>
            <a:srgbClr val="5A3921"/>
          </a:solidFill>
          <a:ln/>
        </p:spPr>
      </p:sp>
      <p:sp>
        <p:nvSpPr>
          <p:cNvPr id="120" name="Shape 118"/>
          <p:cNvSpPr/>
          <p:nvPr/>
        </p:nvSpPr>
        <p:spPr>
          <a:xfrm>
            <a:off x="4606104" y="3531564"/>
            <a:ext cx="75600" cy="75600"/>
          </a:xfrm>
          <a:prstGeom prst="rect">
            <a:avLst/>
          </a:prstGeom>
          <a:solidFill>
            <a:srgbClr val="5A3921"/>
          </a:solidFill>
          <a:ln/>
        </p:spPr>
      </p:sp>
      <p:sp>
        <p:nvSpPr>
          <p:cNvPr id="121" name="Shape 119"/>
          <p:cNvSpPr/>
          <p:nvPr/>
        </p:nvSpPr>
        <p:spPr>
          <a:xfrm>
            <a:off x="4714104" y="3531564"/>
            <a:ext cx="75600" cy="75600"/>
          </a:xfrm>
          <a:prstGeom prst="rect">
            <a:avLst/>
          </a:prstGeom>
          <a:solidFill>
            <a:srgbClr val="5A3921"/>
          </a:solidFill>
          <a:ln/>
        </p:spPr>
      </p:sp>
      <p:sp>
        <p:nvSpPr>
          <p:cNvPr id="122" name="Shape 120"/>
          <p:cNvSpPr/>
          <p:nvPr/>
        </p:nvSpPr>
        <p:spPr>
          <a:xfrm>
            <a:off x="4822104" y="3531564"/>
            <a:ext cx="75600" cy="75600"/>
          </a:xfrm>
          <a:prstGeom prst="rect">
            <a:avLst/>
          </a:prstGeom>
          <a:solidFill>
            <a:srgbClr val="5A3921"/>
          </a:solidFill>
          <a:ln/>
        </p:spPr>
      </p:sp>
      <p:sp>
        <p:nvSpPr>
          <p:cNvPr id="123" name="Shape 121"/>
          <p:cNvSpPr/>
          <p:nvPr/>
        </p:nvSpPr>
        <p:spPr>
          <a:xfrm>
            <a:off x="4930104" y="3531564"/>
            <a:ext cx="75600" cy="75600"/>
          </a:xfrm>
          <a:prstGeom prst="rect">
            <a:avLst/>
          </a:prstGeom>
          <a:solidFill>
            <a:srgbClr val="5A3921"/>
          </a:solidFill>
          <a:ln/>
        </p:spPr>
      </p:sp>
      <p:sp>
        <p:nvSpPr>
          <p:cNvPr id="124" name="Shape 122"/>
          <p:cNvSpPr/>
          <p:nvPr/>
        </p:nvSpPr>
        <p:spPr>
          <a:xfrm>
            <a:off x="5038104" y="3531564"/>
            <a:ext cx="75600" cy="75600"/>
          </a:xfrm>
          <a:prstGeom prst="rect">
            <a:avLst/>
          </a:prstGeom>
          <a:solidFill>
            <a:srgbClr val="5A3921"/>
          </a:solidFill>
          <a:ln/>
        </p:spPr>
      </p:sp>
      <p:sp>
        <p:nvSpPr>
          <p:cNvPr id="125" name="Shape 123"/>
          <p:cNvSpPr/>
          <p:nvPr/>
        </p:nvSpPr>
        <p:spPr>
          <a:xfrm>
            <a:off x="5146104" y="3531564"/>
            <a:ext cx="75600" cy="75600"/>
          </a:xfrm>
          <a:prstGeom prst="rect">
            <a:avLst/>
          </a:prstGeom>
          <a:solidFill>
            <a:srgbClr val="5A3921"/>
          </a:solidFill>
          <a:ln/>
        </p:spPr>
      </p:sp>
      <p:sp>
        <p:nvSpPr>
          <p:cNvPr id="126" name="Shape 124"/>
          <p:cNvSpPr/>
          <p:nvPr/>
        </p:nvSpPr>
        <p:spPr>
          <a:xfrm>
            <a:off x="4174104" y="3639564"/>
            <a:ext cx="75600" cy="75600"/>
          </a:xfrm>
          <a:prstGeom prst="rect">
            <a:avLst/>
          </a:prstGeom>
          <a:solidFill>
            <a:srgbClr val="5A3921"/>
          </a:solidFill>
          <a:ln/>
        </p:spPr>
      </p:sp>
      <p:sp>
        <p:nvSpPr>
          <p:cNvPr id="127" name="Shape 125"/>
          <p:cNvSpPr/>
          <p:nvPr/>
        </p:nvSpPr>
        <p:spPr>
          <a:xfrm>
            <a:off x="4282104" y="3639564"/>
            <a:ext cx="75600" cy="75600"/>
          </a:xfrm>
          <a:prstGeom prst="rect">
            <a:avLst/>
          </a:prstGeom>
          <a:solidFill>
            <a:srgbClr val="5A3921"/>
          </a:solidFill>
          <a:ln/>
        </p:spPr>
      </p:sp>
      <p:sp>
        <p:nvSpPr>
          <p:cNvPr id="128" name="Shape 126"/>
          <p:cNvSpPr/>
          <p:nvPr/>
        </p:nvSpPr>
        <p:spPr>
          <a:xfrm>
            <a:off x="4390104" y="3639564"/>
            <a:ext cx="75600" cy="75600"/>
          </a:xfrm>
          <a:prstGeom prst="rect">
            <a:avLst/>
          </a:prstGeom>
          <a:solidFill>
            <a:srgbClr val="5A3921"/>
          </a:solidFill>
          <a:ln/>
        </p:spPr>
      </p:sp>
      <p:sp>
        <p:nvSpPr>
          <p:cNvPr id="129" name="Shape 127"/>
          <p:cNvSpPr/>
          <p:nvPr/>
        </p:nvSpPr>
        <p:spPr>
          <a:xfrm>
            <a:off x="4498104" y="3639564"/>
            <a:ext cx="75600" cy="75600"/>
          </a:xfrm>
          <a:prstGeom prst="rect">
            <a:avLst/>
          </a:prstGeom>
          <a:solidFill>
            <a:srgbClr val="5A3921"/>
          </a:solidFill>
          <a:ln/>
        </p:spPr>
      </p:sp>
      <p:sp>
        <p:nvSpPr>
          <p:cNvPr id="130" name="Shape 128"/>
          <p:cNvSpPr/>
          <p:nvPr/>
        </p:nvSpPr>
        <p:spPr>
          <a:xfrm>
            <a:off x="4606104" y="3639564"/>
            <a:ext cx="75600" cy="75600"/>
          </a:xfrm>
          <a:prstGeom prst="rect">
            <a:avLst/>
          </a:prstGeom>
          <a:solidFill>
            <a:srgbClr val="5A3921"/>
          </a:solidFill>
          <a:ln/>
        </p:spPr>
      </p:sp>
      <p:sp>
        <p:nvSpPr>
          <p:cNvPr id="131" name="Shape 129"/>
          <p:cNvSpPr/>
          <p:nvPr/>
        </p:nvSpPr>
        <p:spPr>
          <a:xfrm>
            <a:off x="4714104" y="3639564"/>
            <a:ext cx="75600" cy="75600"/>
          </a:xfrm>
          <a:prstGeom prst="rect">
            <a:avLst/>
          </a:prstGeom>
          <a:solidFill>
            <a:srgbClr val="5A3921"/>
          </a:solidFill>
          <a:ln/>
        </p:spPr>
      </p:sp>
      <p:sp>
        <p:nvSpPr>
          <p:cNvPr id="132" name="Shape 130"/>
          <p:cNvSpPr/>
          <p:nvPr/>
        </p:nvSpPr>
        <p:spPr>
          <a:xfrm>
            <a:off x="4822104" y="3639564"/>
            <a:ext cx="75600" cy="75600"/>
          </a:xfrm>
          <a:prstGeom prst="rect">
            <a:avLst/>
          </a:prstGeom>
          <a:solidFill>
            <a:srgbClr val="5A3921"/>
          </a:solidFill>
          <a:ln/>
        </p:spPr>
      </p:sp>
      <p:sp>
        <p:nvSpPr>
          <p:cNvPr id="133" name="Shape 131"/>
          <p:cNvSpPr/>
          <p:nvPr/>
        </p:nvSpPr>
        <p:spPr>
          <a:xfrm>
            <a:off x="4930104" y="3639564"/>
            <a:ext cx="75600" cy="75600"/>
          </a:xfrm>
          <a:prstGeom prst="rect">
            <a:avLst/>
          </a:prstGeom>
          <a:solidFill>
            <a:srgbClr val="5A3921"/>
          </a:solidFill>
          <a:ln/>
        </p:spPr>
      </p:sp>
      <p:sp>
        <p:nvSpPr>
          <p:cNvPr id="134" name="Shape 132"/>
          <p:cNvSpPr/>
          <p:nvPr/>
        </p:nvSpPr>
        <p:spPr>
          <a:xfrm>
            <a:off x="5038104" y="3639564"/>
            <a:ext cx="75600" cy="75600"/>
          </a:xfrm>
          <a:prstGeom prst="rect">
            <a:avLst/>
          </a:prstGeom>
          <a:solidFill>
            <a:srgbClr val="5A3921"/>
          </a:solidFill>
          <a:ln/>
        </p:spPr>
      </p:sp>
      <p:sp>
        <p:nvSpPr>
          <p:cNvPr id="135" name="Shape 133"/>
          <p:cNvSpPr/>
          <p:nvPr/>
        </p:nvSpPr>
        <p:spPr>
          <a:xfrm>
            <a:off x="5146104" y="3639564"/>
            <a:ext cx="75600" cy="75600"/>
          </a:xfrm>
          <a:prstGeom prst="rect">
            <a:avLst/>
          </a:prstGeom>
          <a:solidFill>
            <a:srgbClr val="5A3921"/>
          </a:solidFill>
          <a:ln/>
        </p:spPr>
      </p:sp>
      <p:sp>
        <p:nvSpPr>
          <p:cNvPr id="136" name="Shape 134"/>
          <p:cNvSpPr/>
          <p:nvPr/>
        </p:nvSpPr>
        <p:spPr>
          <a:xfrm>
            <a:off x="4174104" y="3747564"/>
            <a:ext cx="75600" cy="75600"/>
          </a:xfrm>
          <a:prstGeom prst="rect">
            <a:avLst/>
          </a:prstGeom>
          <a:solidFill>
            <a:srgbClr val="5A3921"/>
          </a:solidFill>
          <a:ln/>
        </p:spPr>
      </p:sp>
      <p:sp>
        <p:nvSpPr>
          <p:cNvPr id="137" name="Shape 135"/>
          <p:cNvSpPr/>
          <p:nvPr/>
        </p:nvSpPr>
        <p:spPr>
          <a:xfrm>
            <a:off x="4282104" y="3747564"/>
            <a:ext cx="75600" cy="75600"/>
          </a:xfrm>
          <a:prstGeom prst="rect">
            <a:avLst/>
          </a:prstGeom>
          <a:solidFill>
            <a:srgbClr val="5A3921"/>
          </a:solidFill>
          <a:ln/>
        </p:spPr>
      </p:sp>
      <p:sp>
        <p:nvSpPr>
          <p:cNvPr id="138" name="Shape 136"/>
          <p:cNvSpPr/>
          <p:nvPr/>
        </p:nvSpPr>
        <p:spPr>
          <a:xfrm>
            <a:off x="4390104" y="3747564"/>
            <a:ext cx="75600" cy="75600"/>
          </a:xfrm>
          <a:prstGeom prst="rect">
            <a:avLst/>
          </a:prstGeom>
          <a:solidFill>
            <a:srgbClr val="5A3921"/>
          </a:solidFill>
          <a:ln/>
        </p:spPr>
      </p:sp>
      <p:sp>
        <p:nvSpPr>
          <p:cNvPr id="139" name="Shape 137"/>
          <p:cNvSpPr/>
          <p:nvPr/>
        </p:nvSpPr>
        <p:spPr>
          <a:xfrm>
            <a:off x="4498104" y="3747564"/>
            <a:ext cx="75600" cy="75600"/>
          </a:xfrm>
          <a:prstGeom prst="rect">
            <a:avLst/>
          </a:prstGeom>
          <a:solidFill>
            <a:srgbClr val="5A3921"/>
          </a:solidFill>
          <a:ln/>
        </p:spPr>
      </p:sp>
      <p:sp>
        <p:nvSpPr>
          <p:cNvPr id="140" name="Shape 138"/>
          <p:cNvSpPr/>
          <p:nvPr/>
        </p:nvSpPr>
        <p:spPr>
          <a:xfrm>
            <a:off x="4606104" y="3747564"/>
            <a:ext cx="75600" cy="75600"/>
          </a:xfrm>
          <a:prstGeom prst="rect">
            <a:avLst/>
          </a:prstGeom>
          <a:solidFill>
            <a:srgbClr val="5A3921"/>
          </a:solidFill>
          <a:ln/>
        </p:spPr>
      </p:sp>
      <p:sp>
        <p:nvSpPr>
          <p:cNvPr id="141" name="Shape 139"/>
          <p:cNvSpPr/>
          <p:nvPr/>
        </p:nvSpPr>
        <p:spPr>
          <a:xfrm>
            <a:off x="4714104" y="3747564"/>
            <a:ext cx="75600" cy="75600"/>
          </a:xfrm>
          <a:prstGeom prst="rect">
            <a:avLst/>
          </a:prstGeom>
          <a:solidFill>
            <a:srgbClr val="5A3921"/>
          </a:solidFill>
          <a:ln/>
        </p:spPr>
      </p:sp>
      <p:sp>
        <p:nvSpPr>
          <p:cNvPr id="142" name="Shape 140"/>
          <p:cNvSpPr/>
          <p:nvPr/>
        </p:nvSpPr>
        <p:spPr>
          <a:xfrm>
            <a:off x="4822104" y="3747564"/>
            <a:ext cx="75600" cy="75600"/>
          </a:xfrm>
          <a:prstGeom prst="rect">
            <a:avLst/>
          </a:prstGeom>
          <a:solidFill>
            <a:srgbClr val="5A3921"/>
          </a:solidFill>
          <a:ln/>
        </p:spPr>
      </p:sp>
      <p:sp>
        <p:nvSpPr>
          <p:cNvPr id="143" name="Shape 141"/>
          <p:cNvSpPr/>
          <p:nvPr/>
        </p:nvSpPr>
        <p:spPr>
          <a:xfrm>
            <a:off x="4930104" y="3747564"/>
            <a:ext cx="75600" cy="75600"/>
          </a:xfrm>
          <a:prstGeom prst="rect">
            <a:avLst/>
          </a:prstGeom>
          <a:solidFill>
            <a:srgbClr val="5A3921"/>
          </a:solidFill>
          <a:ln/>
        </p:spPr>
      </p:sp>
      <p:sp>
        <p:nvSpPr>
          <p:cNvPr id="144" name="Shape 142"/>
          <p:cNvSpPr/>
          <p:nvPr/>
        </p:nvSpPr>
        <p:spPr>
          <a:xfrm>
            <a:off x="5038104" y="3747564"/>
            <a:ext cx="75600" cy="75600"/>
          </a:xfrm>
          <a:prstGeom prst="rect">
            <a:avLst/>
          </a:prstGeom>
          <a:solidFill>
            <a:srgbClr val="5A3921"/>
          </a:solidFill>
          <a:ln/>
        </p:spPr>
      </p:sp>
      <p:sp>
        <p:nvSpPr>
          <p:cNvPr id="145" name="Shape 143"/>
          <p:cNvSpPr/>
          <p:nvPr/>
        </p:nvSpPr>
        <p:spPr>
          <a:xfrm>
            <a:off x="5146104" y="3747564"/>
            <a:ext cx="75600" cy="75600"/>
          </a:xfrm>
          <a:prstGeom prst="rect">
            <a:avLst/>
          </a:prstGeom>
          <a:solidFill>
            <a:srgbClr val="5A3921"/>
          </a:solidFill>
          <a:ln/>
        </p:spPr>
      </p:sp>
      <p:sp>
        <p:nvSpPr>
          <p:cNvPr id="146" name="Shape 144"/>
          <p:cNvSpPr/>
          <p:nvPr/>
        </p:nvSpPr>
        <p:spPr>
          <a:xfrm>
            <a:off x="4174104" y="3855564"/>
            <a:ext cx="75600" cy="75600"/>
          </a:xfrm>
          <a:prstGeom prst="rect">
            <a:avLst/>
          </a:prstGeom>
          <a:solidFill>
            <a:srgbClr val="5A3921"/>
          </a:solidFill>
          <a:ln/>
        </p:spPr>
      </p:sp>
      <p:sp>
        <p:nvSpPr>
          <p:cNvPr id="147" name="Shape 145"/>
          <p:cNvSpPr/>
          <p:nvPr/>
        </p:nvSpPr>
        <p:spPr>
          <a:xfrm>
            <a:off x="4282104" y="3855564"/>
            <a:ext cx="75600" cy="75600"/>
          </a:xfrm>
          <a:prstGeom prst="rect">
            <a:avLst/>
          </a:prstGeom>
          <a:solidFill>
            <a:srgbClr val="5A3921"/>
          </a:solidFill>
          <a:ln/>
        </p:spPr>
      </p:sp>
      <p:sp>
        <p:nvSpPr>
          <p:cNvPr id="148" name="Shape 146"/>
          <p:cNvSpPr/>
          <p:nvPr/>
        </p:nvSpPr>
        <p:spPr>
          <a:xfrm>
            <a:off x="4390104" y="3855564"/>
            <a:ext cx="75600" cy="75600"/>
          </a:xfrm>
          <a:prstGeom prst="rect">
            <a:avLst/>
          </a:prstGeom>
          <a:solidFill>
            <a:srgbClr val="5A3921"/>
          </a:solidFill>
          <a:ln/>
        </p:spPr>
      </p:sp>
      <p:sp>
        <p:nvSpPr>
          <p:cNvPr id="149" name="Shape 147"/>
          <p:cNvSpPr/>
          <p:nvPr/>
        </p:nvSpPr>
        <p:spPr>
          <a:xfrm>
            <a:off x="4498104" y="3855564"/>
            <a:ext cx="75600" cy="75600"/>
          </a:xfrm>
          <a:prstGeom prst="rect">
            <a:avLst/>
          </a:prstGeom>
          <a:solidFill>
            <a:srgbClr val="5A3921"/>
          </a:solidFill>
          <a:ln/>
        </p:spPr>
      </p:sp>
      <p:sp>
        <p:nvSpPr>
          <p:cNvPr id="150" name="Shape 148"/>
          <p:cNvSpPr/>
          <p:nvPr/>
        </p:nvSpPr>
        <p:spPr>
          <a:xfrm>
            <a:off x="4606104" y="3855564"/>
            <a:ext cx="75600" cy="75600"/>
          </a:xfrm>
          <a:prstGeom prst="rect">
            <a:avLst/>
          </a:prstGeom>
          <a:solidFill>
            <a:srgbClr val="5A3921"/>
          </a:solidFill>
          <a:ln/>
        </p:spPr>
      </p:sp>
      <p:sp>
        <p:nvSpPr>
          <p:cNvPr id="151" name="Shape 149"/>
          <p:cNvSpPr/>
          <p:nvPr/>
        </p:nvSpPr>
        <p:spPr>
          <a:xfrm>
            <a:off x="4714104" y="3855564"/>
            <a:ext cx="75600" cy="75600"/>
          </a:xfrm>
          <a:prstGeom prst="rect">
            <a:avLst/>
          </a:prstGeom>
          <a:solidFill>
            <a:srgbClr val="5A3921"/>
          </a:solidFill>
          <a:ln/>
        </p:spPr>
      </p:sp>
      <p:sp>
        <p:nvSpPr>
          <p:cNvPr id="152" name="Shape 150"/>
          <p:cNvSpPr/>
          <p:nvPr/>
        </p:nvSpPr>
        <p:spPr>
          <a:xfrm>
            <a:off x="4822104" y="3855564"/>
            <a:ext cx="75600" cy="75600"/>
          </a:xfrm>
          <a:prstGeom prst="rect">
            <a:avLst/>
          </a:prstGeom>
          <a:solidFill>
            <a:srgbClr val="5A3921"/>
          </a:solidFill>
          <a:ln/>
        </p:spPr>
      </p:sp>
      <p:sp>
        <p:nvSpPr>
          <p:cNvPr id="153" name="Shape 151"/>
          <p:cNvSpPr/>
          <p:nvPr/>
        </p:nvSpPr>
        <p:spPr>
          <a:xfrm>
            <a:off x="4930104" y="3855564"/>
            <a:ext cx="75600" cy="75600"/>
          </a:xfrm>
          <a:prstGeom prst="rect">
            <a:avLst/>
          </a:prstGeom>
          <a:solidFill>
            <a:srgbClr val="5A3921"/>
          </a:solidFill>
          <a:ln/>
        </p:spPr>
      </p:sp>
      <p:sp>
        <p:nvSpPr>
          <p:cNvPr id="154" name="Shape 152"/>
          <p:cNvSpPr/>
          <p:nvPr/>
        </p:nvSpPr>
        <p:spPr>
          <a:xfrm>
            <a:off x="5038104" y="3855564"/>
            <a:ext cx="75600" cy="75600"/>
          </a:xfrm>
          <a:prstGeom prst="rect">
            <a:avLst/>
          </a:prstGeom>
          <a:solidFill>
            <a:srgbClr val="5A3921"/>
          </a:solidFill>
          <a:ln/>
        </p:spPr>
      </p:sp>
      <p:sp>
        <p:nvSpPr>
          <p:cNvPr id="155" name="Shape 153"/>
          <p:cNvSpPr/>
          <p:nvPr/>
        </p:nvSpPr>
        <p:spPr>
          <a:xfrm>
            <a:off x="5146104" y="3855564"/>
            <a:ext cx="75600" cy="75600"/>
          </a:xfrm>
          <a:prstGeom prst="rect">
            <a:avLst/>
          </a:prstGeom>
          <a:solidFill>
            <a:srgbClr val="5A3921"/>
          </a:solidFill>
          <a:ln/>
        </p:spPr>
      </p:sp>
      <p:sp>
        <p:nvSpPr>
          <p:cNvPr id="156" name="Shape 154"/>
          <p:cNvSpPr/>
          <p:nvPr/>
        </p:nvSpPr>
        <p:spPr>
          <a:xfrm>
            <a:off x="4174104" y="3963564"/>
            <a:ext cx="75600" cy="75600"/>
          </a:xfrm>
          <a:prstGeom prst="rect">
            <a:avLst/>
          </a:prstGeom>
          <a:solidFill>
            <a:srgbClr val="5A3921"/>
          </a:solidFill>
          <a:ln/>
        </p:spPr>
      </p:sp>
      <p:sp>
        <p:nvSpPr>
          <p:cNvPr id="157" name="Shape 155"/>
          <p:cNvSpPr/>
          <p:nvPr/>
        </p:nvSpPr>
        <p:spPr>
          <a:xfrm>
            <a:off x="4282104" y="3963564"/>
            <a:ext cx="75600" cy="75600"/>
          </a:xfrm>
          <a:prstGeom prst="rect">
            <a:avLst/>
          </a:prstGeom>
          <a:solidFill>
            <a:srgbClr val="5A3921"/>
          </a:solidFill>
          <a:ln/>
        </p:spPr>
      </p:sp>
      <p:sp>
        <p:nvSpPr>
          <p:cNvPr id="158" name="Shape 156"/>
          <p:cNvSpPr/>
          <p:nvPr/>
        </p:nvSpPr>
        <p:spPr>
          <a:xfrm>
            <a:off x="4390104" y="3963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</p:sp>
      <p:sp>
        <p:nvSpPr>
          <p:cNvPr id="159" name="Shape 157"/>
          <p:cNvSpPr/>
          <p:nvPr/>
        </p:nvSpPr>
        <p:spPr>
          <a:xfrm>
            <a:off x="4498104" y="3963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</p:sp>
      <p:sp>
        <p:nvSpPr>
          <p:cNvPr id="160" name="Shape 158"/>
          <p:cNvSpPr/>
          <p:nvPr/>
        </p:nvSpPr>
        <p:spPr>
          <a:xfrm>
            <a:off x="4606104" y="3963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</p:sp>
      <p:sp>
        <p:nvSpPr>
          <p:cNvPr id="161" name="Shape 159"/>
          <p:cNvSpPr/>
          <p:nvPr/>
        </p:nvSpPr>
        <p:spPr>
          <a:xfrm>
            <a:off x="4714104" y="3963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</p:sp>
      <p:sp>
        <p:nvSpPr>
          <p:cNvPr id="162" name="Shape 160"/>
          <p:cNvSpPr/>
          <p:nvPr/>
        </p:nvSpPr>
        <p:spPr>
          <a:xfrm>
            <a:off x="4822104" y="3963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</p:sp>
      <p:sp>
        <p:nvSpPr>
          <p:cNvPr id="163" name="Shape 161"/>
          <p:cNvSpPr/>
          <p:nvPr/>
        </p:nvSpPr>
        <p:spPr>
          <a:xfrm>
            <a:off x="4930104" y="3963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</p:sp>
      <p:sp>
        <p:nvSpPr>
          <p:cNvPr id="164" name="Shape 162"/>
          <p:cNvSpPr/>
          <p:nvPr/>
        </p:nvSpPr>
        <p:spPr>
          <a:xfrm>
            <a:off x="5038104" y="3963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</p:sp>
      <p:sp>
        <p:nvSpPr>
          <p:cNvPr id="165" name="Shape 163"/>
          <p:cNvSpPr/>
          <p:nvPr/>
        </p:nvSpPr>
        <p:spPr>
          <a:xfrm>
            <a:off x="5146104" y="3963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</p:sp>
      <p:sp>
        <p:nvSpPr>
          <p:cNvPr id="166" name="Shape 164"/>
          <p:cNvSpPr/>
          <p:nvPr/>
        </p:nvSpPr>
        <p:spPr>
          <a:xfrm>
            <a:off x="4174104" y="4071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</p:sp>
      <p:sp>
        <p:nvSpPr>
          <p:cNvPr id="167" name="Shape 165"/>
          <p:cNvSpPr/>
          <p:nvPr/>
        </p:nvSpPr>
        <p:spPr>
          <a:xfrm>
            <a:off x="4282104" y="4071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</p:sp>
      <p:sp>
        <p:nvSpPr>
          <p:cNvPr id="168" name="Shape 166"/>
          <p:cNvSpPr/>
          <p:nvPr/>
        </p:nvSpPr>
        <p:spPr>
          <a:xfrm>
            <a:off x="4390104" y="4071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</p:sp>
      <p:sp>
        <p:nvSpPr>
          <p:cNvPr id="169" name="Shape 167"/>
          <p:cNvSpPr/>
          <p:nvPr/>
        </p:nvSpPr>
        <p:spPr>
          <a:xfrm>
            <a:off x="4498104" y="4071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</p:sp>
      <p:sp>
        <p:nvSpPr>
          <p:cNvPr id="170" name="Shape 168"/>
          <p:cNvSpPr/>
          <p:nvPr/>
        </p:nvSpPr>
        <p:spPr>
          <a:xfrm>
            <a:off x="4606104" y="4071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</p:sp>
      <p:sp>
        <p:nvSpPr>
          <p:cNvPr id="171" name="Shape 169"/>
          <p:cNvSpPr/>
          <p:nvPr/>
        </p:nvSpPr>
        <p:spPr>
          <a:xfrm>
            <a:off x="4714104" y="4071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</p:sp>
      <p:sp>
        <p:nvSpPr>
          <p:cNvPr id="172" name="Shape 170"/>
          <p:cNvSpPr/>
          <p:nvPr/>
        </p:nvSpPr>
        <p:spPr>
          <a:xfrm>
            <a:off x="4822104" y="4071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</p:sp>
      <p:sp>
        <p:nvSpPr>
          <p:cNvPr id="173" name="Shape 171"/>
          <p:cNvSpPr/>
          <p:nvPr/>
        </p:nvSpPr>
        <p:spPr>
          <a:xfrm>
            <a:off x="4930104" y="4071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</p:sp>
      <p:sp>
        <p:nvSpPr>
          <p:cNvPr id="174" name="Shape 172"/>
          <p:cNvSpPr/>
          <p:nvPr/>
        </p:nvSpPr>
        <p:spPr>
          <a:xfrm>
            <a:off x="5038104" y="4071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</p:sp>
      <p:sp>
        <p:nvSpPr>
          <p:cNvPr id="175" name="Shape 173"/>
          <p:cNvSpPr/>
          <p:nvPr/>
        </p:nvSpPr>
        <p:spPr>
          <a:xfrm>
            <a:off x="5146104" y="4071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</p:sp>
      <p:sp>
        <p:nvSpPr>
          <p:cNvPr id="176" name="Shape 174"/>
          <p:cNvSpPr/>
          <p:nvPr/>
        </p:nvSpPr>
        <p:spPr>
          <a:xfrm>
            <a:off x="4174104" y="4179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</p:sp>
      <p:sp>
        <p:nvSpPr>
          <p:cNvPr id="177" name="Shape 175"/>
          <p:cNvSpPr/>
          <p:nvPr/>
        </p:nvSpPr>
        <p:spPr>
          <a:xfrm>
            <a:off x="4282104" y="4179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</p:sp>
      <p:sp>
        <p:nvSpPr>
          <p:cNvPr id="178" name="Shape 176"/>
          <p:cNvSpPr/>
          <p:nvPr/>
        </p:nvSpPr>
        <p:spPr>
          <a:xfrm>
            <a:off x="4390104" y="4179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</p:sp>
      <p:sp>
        <p:nvSpPr>
          <p:cNvPr id="179" name="Shape 177"/>
          <p:cNvSpPr/>
          <p:nvPr/>
        </p:nvSpPr>
        <p:spPr>
          <a:xfrm>
            <a:off x="4498104" y="4179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</p:sp>
      <p:sp>
        <p:nvSpPr>
          <p:cNvPr id="180" name="Shape 178"/>
          <p:cNvSpPr/>
          <p:nvPr/>
        </p:nvSpPr>
        <p:spPr>
          <a:xfrm>
            <a:off x="4606104" y="4179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</p:sp>
      <p:sp>
        <p:nvSpPr>
          <p:cNvPr id="181" name="Shape 179"/>
          <p:cNvSpPr/>
          <p:nvPr/>
        </p:nvSpPr>
        <p:spPr>
          <a:xfrm>
            <a:off x="4714104" y="4179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</p:sp>
      <p:sp>
        <p:nvSpPr>
          <p:cNvPr id="182" name="Shape 180"/>
          <p:cNvSpPr/>
          <p:nvPr/>
        </p:nvSpPr>
        <p:spPr>
          <a:xfrm>
            <a:off x="4822104" y="4179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</p:sp>
      <p:sp>
        <p:nvSpPr>
          <p:cNvPr id="183" name="Shape 181"/>
          <p:cNvSpPr/>
          <p:nvPr/>
        </p:nvSpPr>
        <p:spPr>
          <a:xfrm>
            <a:off x="4930104" y="4179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</p:sp>
      <p:sp>
        <p:nvSpPr>
          <p:cNvPr id="184" name="Shape 182"/>
          <p:cNvSpPr/>
          <p:nvPr/>
        </p:nvSpPr>
        <p:spPr>
          <a:xfrm>
            <a:off x="5038104" y="4179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</p:sp>
      <p:sp>
        <p:nvSpPr>
          <p:cNvPr id="185" name="Shape 183"/>
          <p:cNvSpPr/>
          <p:nvPr/>
        </p:nvSpPr>
        <p:spPr>
          <a:xfrm>
            <a:off x="5146104" y="4179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</p:sp>
      <p:sp>
        <p:nvSpPr>
          <p:cNvPr id="186" name="Shape 184"/>
          <p:cNvSpPr/>
          <p:nvPr/>
        </p:nvSpPr>
        <p:spPr>
          <a:xfrm>
            <a:off x="4174104" y="4287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</p:sp>
      <p:sp>
        <p:nvSpPr>
          <p:cNvPr id="187" name="Shape 185"/>
          <p:cNvSpPr/>
          <p:nvPr/>
        </p:nvSpPr>
        <p:spPr>
          <a:xfrm>
            <a:off x="4282104" y="4287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</p:sp>
      <p:sp>
        <p:nvSpPr>
          <p:cNvPr id="188" name="Shape 186"/>
          <p:cNvSpPr/>
          <p:nvPr/>
        </p:nvSpPr>
        <p:spPr>
          <a:xfrm>
            <a:off x="4390104" y="4287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</p:sp>
      <p:sp>
        <p:nvSpPr>
          <p:cNvPr id="189" name="Shape 187"/>
          <p:cNvSpPr/>
          <p:nvPr/>
        </p:nvSpPr>
        <p:spPr>
          <a:xfrm>
            <a:off x="4498104" y="4287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</p:sp>
      <p:sp>
        <p:nvSpPr>
          <p:cNvPr id="190" name="Shape 188"/>
          <p:cNvSpPr/>
          <p:nvPr/>
        </p:nvSpPr>
        <p:spPr>
          <a:xfrm>
            <a:off x="4606104" y="4287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</p:sp>
      <p:sp>
        <p:nvSpPr>
          <p:cNvPr id="191" name="Shape 189"/>
          <p:cNvSpPr/>
          <p:nvPr/>
        </p:nvSpPr>
        <p:spPr>
          <a:xfrm>
            <a:off x="4714104" y="4287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</p:sp>
      <p:sp>
        <p:nvSpPr>
          <p:cNvPr id="192" name="Shape 190"/>
          <p:cNvSpPr/>
          <p:nvPr/>
        </p:nvSpPr>
        <p:spPr>
          <a:xfrm>
            <a:off x="4822104" y="4287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</p:sp>
      <p:sp>
        <p:nvSpPr>
          <p:cNvPr id="193" name="Shape 191"/>
          <p:cNvSpPr/>
          <p:nvPr/>
        </p:nvSpPr>
        <p:spPr>
          <a:xfrm>
            <a:off x="4930104" y="4287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</p:sp>
      <p:sp>
        <p:nvSpPr>
          <p:cNvPr id="194" name="Shape 192"/>
          <p:cNvSpPr/>
          <p:nvPr/>
        </p:nvSpPr>
        <p:spPr>
          <a:xfrm>
            <a:off x="5038104" y="4287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</p:sp>
      <p:sp>
        <p:nvSpPr>
          <p:cNvPr id="195" name="Shape 193"/>
          <p:cNvSpPr/>
          <p:nvPr/>
        </p:nvSpPr>
        <p:spPr>
          <a:xfrm>
            <a:off x="5146104" y="4287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</p:sp>
      <p:sp>
        <p:nvSpPr>
          <p:cNvPr id="196" name="Shape 194"/>
          <p:cNvSpPr/>
          <p:nvPr/>
        </p:nvSpPr>
        <p:spPr>
          <a:xfrm>
            <a:off x="4174104" y="4395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</p:sp>
      <p:sp>
        <p:nvSpPr>
          <p:cNvPr id="197" name="Shape 195"/>
          <p:cNvSpPr/>
          <p:nvPr/>
        </p:nvSpPr>
        <p:spPr>
          <a:xfrm>
            <a:off x="4282104" y="4395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</p:sp>
      <p:sp>
        <p:nvSpPr>
          <p:cNvPr id="198" name="Shape 196"/>
          <p:cNvSpPr/>
          <p:nvPr/>
        </p:nvSpPr>
        <p:spPr>
          <a:xfrm>
            <a:off x="4390104" y="4395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</p:sp>
      <p:sp>
        <p:nvSpPr>
          <p:cNvPr id="199" name="Shape 197"/>
          <p:cNvSpPr/>
          <p:nvPr/>
        </p:nvSpPr>
        <p:spPr>
          <a:xfrm>
            <a:off x="4498104" y="4395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</p:sp>
      <p:sp>
        <p:nvSpPr>
          <p:cNvPr id="200" name="Shape 198"/>
          <p:cNvSpPr/>
          <p:nvPr/>
        </p:nvSpPr>
        <p:spPr>
          <a:xfrm>
            <a:off x="4606104" y="4395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</p:sp>
      <p:sp>
        <p:nvSpPr>
          <p:cNvPr id="201" name="Shape 199"/>
          <p:cNvSpPr/>
          <p:nvPr/>
        </p:nvSpPr>
        <p:spPr>
          <a:xfrm>
            <a:off x="4714104" y="4395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</p:sp>
      <p:sp>
        <p:nvSpPr>
          <p:cNvPr id="202" name="Shape 200"/>
          <p:cNvSpPr/>
          <p:nvPr/>
        </p:nvSpPr>
        <p:spPr>
          <a:xfrm>
            <a:off x="4822104" y="4395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</p:sp>
      <p:sp>
        <p:nvSpPr>
          <p:cNvPr id="203" name="Shape 201"/>
          <p:cNvSpPr/>
          <p:nvPr/>
        </p:nvSpPr>
        <p:spPr>
          <a:xfrm>
            <a:off x="4930104" y="4395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</p:sp>
      <p:sp>
        <p:nvSpPr>
          <p:cNvPr id="204" name="Shape 202"/>
          <p:cNvSpPr/>
          <p:nvPr/>
        </p:nvSpPr>
        <p:spPr>
          <a:xfrm>
            <a:off x="5038104" y="4395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</p:sp>
      <p:sp>
        <p:nvSpPr>
          <p:cNvPr id="205" name="Shape 203"/>
          <p:cNvSpPr/>
          <p:nvPr/>
        </p:nvSpPr>
        <p:spPr>
          <a:xfrm>
            <a:off x="5146104" y="4395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</p:sp>
      <p:sp>
        <p:nvSpPr>
          <p:cNvPr id="206" name="Shape 204"/>
          <p:cNvSpPr/>
          <p:nvPr/>
        </p:nvSpPr>
        <p:spPr>
          <a:xfrm>
            <a:off x="4174104" y="4503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</p:sp>
      <p:sp>
        <p:nvSpPr>
          <p:cNvPr id="207" name="Shape 205"/>
          <p:cNvSpPr/>
          <p:nvPr/>
        </p:nvSpPr>
        <p:spPr>
          <a:xfrm>
            <a:off x="4282104" y="4503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</p:sp>
      <p:sp>
        <p:nvSpPr>
          <p:cNvPr id="208" name="Shape 206"/>
          <p:cNvSpPr/>
          <p:nvPr/>
        </p:nvSpPr>
        <p:spPr>
          <a:xfrm>
            <a:off x="4390104" y="4503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</p:sp>
      <p:sp>
        <p:nvSpPr>
          <p:cNvPr id="209" name="Shape 207"/>
          <p:cNvSpPr/>
          <p:nvPr/>
        </p:nvSpPr>
        <p:spPr>
          <a:xfrm>
            <a:off x="4498104" y="4503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</p:sp>
      <p:sp>
        <p:nvSpPr>
          <p:cNvPr id="210" name="Shape 208"/>
          <p:cNvSpPr/>
          <p:nvPr/>
        </p:nvSpPr>
        <p:spPr>
          <a:xfrm>
            <a:off x="4606104" y="4503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</p:sp>
      <p:sp>
        <p:nvSpPr>
          <p:cNvPr id="211" name="Shape 209"/>
          <p:cNvSpPr/>
          <p:nvPr/>
        </p:nvSpPr>
        <p:spPr>
          <a:xfrm>
            <a:off x="4714104" y="4503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</p:sp>
      <p:sp>
        <p:nvSpPr>
          <p:cNvPr id="212" name="Shape 210"/>
          <p:cNvSpPr/>
          <p:nvPr/>
        </p:nvSpPr>
        <p:spPr>
          <a:xfrm>
            <a:off x="4822104" y="4503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</p:sp>
      <p:sp>
        <p:nvSpPr>
          <p:cNvPr id="213" name="Shape 211"/>
          <p:cNvSpPr/>
          <p:nvPr/>
        </p:nvSpPr>
        <p:spPr>
          <a:xfrm>
            <a:off x="4930104" y="4503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</p:sp>
      <p:sp>
        <p:nvSpPr>
          <p:cNvPr id="214" name="Shape 212"/>
          <p:cNvSpPr/>
          <p:nvPr/>
        </p:nvSpPr>
        <p:spPr>
          <a:xfrm>
            <a:off x="5038104" y="4503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</p:sp>
      <p:sp>
        <p:nvSpPr>
          <p:cNvPr id="215" name="Shape 213"/>
          <p:cNvSpPr/>
          <p:nvPr/>
        </p:nvSpPr>
        <p:spPr>
          <a:xfrm>
            <a:off x="5146104" y="4503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</p:sp>
      <p:sp>
        <p:nvSpPr>
          <p:cNvPr id="216" name="Text 214"/>
          <p:cNvSpPr/>
          <p:nvPr/>
        </p:nvSpPr>
        <p:spPr>
          <a:xfrm>
            <a:off x="3371960" y="4669164"/>
            <a:ext cx="2651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 4</a:t>
            </a:r>
            <a:endParaRPr lang="en-US" sz="900" dirty="0"/>
          </a:p>
        </p:txBody>
      </p:sp>
      <p:sp>
        <p:nvSpPr>
          <p:cNvPr id="217" name="Text 215"/>
          <p:cNvSpPr/>
          <p:nvPr/>
        </p:nvSpPr>
        <p:spPr>
          <a:xfrm>
            <a:off x="6167848" y="3167244"/>
            <a:ext cx="2651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21%</a:t>
            </a:r>
            <a:endParaRPr lang="en-US" sz="1500" dirty="0"/>
          </a:p>
        </p:txBody>
      </p:sp>
      <p:sp>
        <p:nvSpPr>
          <p:cNvPr id="218" name="Shape 216"/>
          <p:cNvSpPr/>
          <p:nvPr/>
        </p:nvSpPr>
        <p:spPr>
          <a:xfrm>
            <a:off x="6969992" y="3531564"/>
            <a:ext cx="75600" cy="75600"/>
          </a:xfrm>
          <a:prstGeom prst="rect">
            <a:avLst/>
          </a:prstGeom>
          <a:solidFill>
            <a:srgbClr val="5A3921"/>
          </a:solidFill>
          <a:ln/>
        </p:spPr>
      </p:sp>
      <p:sp>
        <p:nvSpPr>
          <p:cNvPr id="219" name="Shape 217"/>
          <p:cNvSpPr/>
          <p:nvPr/>
        </p:nvSpPr>
        <p:spPr>
          <a:xfrm>
            <a:off x="7077992" y="3531564"/>
            <a:ext cx="75600" cy="75600"/>
          </a:xfrm>
          <a:prstGeom prst="rect">
            <a:avLst/>
          </a:prstGeom>
          <a:solidFill>
            <a:srgbClr val="5A3921"/>
          </a:solidFill>
          <a:ln/>
        </p:spPr>
      </p:sp>
      <p:sp>
        <p:nvSpPr>
          <p:cNvPr id="220" name="Shape 218"/>
          <p:cNvSpPr/>
          <p:nvPr/>
        </p:nvSpPr>
        <p:spPr>
          <a:xfrm>
            <a:off x="7185992" y="3531564"/>
            <a:ext cx="75600" cy="75600"/>
          </a:xfrm>
          <a:prstGeom prst="rect">
            <a:avLst/>
          </a:prstGeom>
          <a:solidFill>
            <a:srgbClr val="5A3921"/>
          </a:solidFill>
          <a:ln/>
        </p:spPr>
      </p:sp>
      <p:sp>
        <p:nvSpPr>
          <p:cNvPr id="221" name="Shape 219"/>
          <p:cNvSpPr/>
          <p:nvPr/>
        </p:nvSpPr>
        <p:spPr>
          <a:xfrm>
            <a:off x="7293992" y="3531564"/>
            <a:ext cx="75600" cy="75600"/>
          </a:xfrm>
          <a:prstGeom prst="rect">
            <a:avLst/>
          </a:prstGeom>
          <a:solidFill>
            <a:srgbClr val="5A3921"/>
          </a:solidFill>
          <a:ln/>
        </p:spPr>
      </p:sp>
      <p:sp>
        <p:nvSpPr>
          <p:cNvPr id="222" name="Shape 220"/>
          <p:cNvSpPr/>
          <p:nvPr/>
        </p:nvSpPr>
        <p:spPr>
          <a:xfrm>
            <a:off x="7401992" y="3531564"/>
            <a:ext cx="75600" cy="75600"/>
          </a:xfrm>
          <a:prstGeom prst="rect">
            <a:avLst/>
          </a:prstGeom>
          <a:solidFill>
            <a:srgbClr val="5A3921"/>
          </a:solidFill>
          <a:ln/>
        </p:spPr>
      </p:sp>
      <p:sp>
        <p:nvSpPr>
          <p:cNvPr id="223" name="Shape 221"/>
          <p:cNvSpPr/>
          <p:nvPr/>
        </p:nvSpPr>
        <p:spPr>
          <a:xfrm>
            <a:off x="7509992" y="3531564"/>
            <a:ext cx="75600" cy="75600"/>
          </a:xfrm>
          <a:prstGeom prst="rect">
            <a:avLst/>
          </a:prstGeom>
          <a:solidFill>
            <a:srgbClr val="5A3921"/>
          </a:solidFill>
          <a:ln/>
        </p:spPr>
      </p:sp>
      <p:sp>
        <p:nvSpPr>
          <p:cNvPr id="224" name="Shape 222"/>
          <p:cNvSpPr/>
          <p:nvPr/>
        </p:nvSpPr>
        <p:spPr>
          <a:xfrm>
            <a:off x="7617992" y="3531564"/>
            <a:ext cx="75600" cy="75600"/>
          </a:xfrm>
          <a:prstGeom prst="rect">
            <a:avLst/>
          </a:prstGeom>
          <a:solidFill>
            <a:srgbClr val="5A3921"/>
          </a:solidFill>
          <a:ln/>
        </p:spPr>
      </p:sp>
      <p:sp>
        <p:nvSpPr>
          <p:cNvPr id="225" name="Shape 223"/>
          <p:cNvSpPr/>
          <p:nvPr/>
        </p:nvSpPr>
        <p:spPr>
          <a:xfrm>
            <a:off x="7725992" y="3531564"/>
            <a:ext cx="75600" cy="75600"/>
          </a:xfrm>
          <a:prstGeom prst="rect">
            <a:avLst/>
          </a:prstGeom>
          <a:solidFill>
            <a:srgbClr val="5A3921"/>
          </a:solidFill>
          <a:ln/>
        </p:spPr>
      </p:sp>
      <p:sp>
        <p:nvSpPr>
          <p:cNvPr id="226" name="Shape 224"/>
          <p:cNvSpPr/>
          <p:nvPr/>
        </p:nvSpPr>
        <p:spPr>
          <a:xfrm>
            <a:off x="7833992" y="3531564"/>
            <a:ext cx="75600" cy="75600"/>
          </a:xfrm>
          <a:prstGeom prst="rect">
            <a:avLst/>
          </a:prstGeom>
          <a:solidFill>
            <a:srgbClr val="5A3921"/>
          </a:solidFill>
          <a:ln/>
        </p:spPr>
      </p:sp>
      <p:sp>
        <p:nvSpPr>
          <p:cNvPr id="227" name="Shape 225"/>
          <p:cNvSpPr/>
          <p:nvPr/>
        </p:nvSpPr>
        <p:spPr>
          <a:xfrm>
            <a:off x="7941992" y="3531564"/>
            <a:ext cx="75600" cy="75600"/>
          </a:xfrm>
          <a:prstGeom prst="rect">
            <a:avLst/>
          </a:prstGeom>
          <a:solidFill>
            <a:srgbClr val="5A3921"/>
          </a:solidFill>
          <a:ln/>
        </p:spPr>
      </p:sp>
      <p:sp>
        <p:nvSpPr>
          <p:cNvPr id="228" name="Shape 226"/>
          <p:cNvSpPr/>
          <p:nvPr/>
        </p:nvSpPr>
        <p:spPr>
          <a:xfrm>
            <a:off x="6969992" y="3639564"/>
            <a:ext cx="75600" cy="75600"/>
          </a:xfrm>
          <a:prstGeom prst="rect">
            <a:avLst/>
          </a:prstGeom>
          <a:solidFill>
            <a:srgbClr val="5A3921"/>
          </a:solidFill>
          <a:ln/>
        </p:spPr>
      </p:sp>
      <p:sp>
        <p:nvSpPr>
          <p:cNvPr id="229" name="Shape 227"/>
          <p:cNvSpPr/>
          <p:nvPr/>
        </p:nvSpPr>
        <p:spPr>
          <a:xfrm>
            <a:off x="7077992" y="3639564"/>
            <a:ext cx="75600" cy="75600"/>
          </a:xfrm>
          <a:prstGeom prst="rect">
            <a:avLst/>
          </a:prstGeom>
          <a:solidFill>
            <a:srgbClr val="5A3921"/>
          </a:solidFill>
          <a:ln/>
        </p:spPr>
      </p:sp>
      <p:sp>
        <p:nvSpPr>
          <p:cNvPr id="230" name="Shape 228"/>
          <p:cNvSpPr/>
          <p:nvPr/>
        </p:nvSpPr>
        <p:spPr>
          <a:xfrm>
            <a:off x="7185992" y="3639564"/>
            <a:ext cx="75600" cy="75600"/>
          </a:xfrm>
          <a:prstGeom prst="rect">
            <a:avLst/>
          </a:prstGeom>
          <a:solidFill>
            <a:srgbClr val="5A3921"/>
          </a:solidFill>
          <a:ln/>
        </p:spPr>
      </p:sp>
      <p:sp>
        <p:nvSpPr>
          <p:cNvPr id="231" name="Shape 229"/>
          <p:cNvSpPr/>
          <p:nvPr/>
        </p:nvSpPr>
        <p:spPr>
          <a:xfrm>
            <a:off x="7293992" y="3639564"/>
            <a:ext cx="75600" cy="75600"/>
          </a:xfrm>
          <a:prstGeom prst="rect">
            <a:avLst/>
          </a:prstGeom>
          <a:solidFill>
            <a:srgbClr val="5A3921"/>
          </a:solidFill>
          <a:ln/>
        </p:spPr>
      </p:sp>
      <p:sp>
        <p:nvSpPr>
          <p:cNvPr id="232" name="Shape 230"/>
          <p:cNvSpPr/>
          <p:nvPr/>
        </p:nvSpPr>
        <p:spPr>
          <a:xfrm>
            <a:off x="7401992" y="3639564"/>
            <a:ext cx="75600" cy="75600"/>
          </a:xfrm>
          <a:prstGeom prst="rect">
            <a:avLst/>
          </a:prstGeom>
          <a:solidFill>
            <a:srgbClr val="5A3921"/>
          </a:solidFill>
          <a:ln/>
        </p:spPr>
      </p:sp>
      <p:sp>
        <p:nvSpPr>
          <p:cNvPr id="233" name="Shape 231"/>
          <p:cNvSpPr/>
          <p:nvPr/>
        </p:nvSpPr>
        <p:spPr>
          <a:xfrm>
            <a:off x="7509992" y="3639564"/>
            <a:ext cx="75600" cy="75600"/>
          </a:xfrm>
          <a:prstGeom prst="rect">
            <a:avLst/>
          </a:prstGeom>
          <a:solidFill>
            <a:srgbClr val="5A3921"/>
          </a:solidFill>
          <a:ln/>
        </p:spPr>
      </p:sp>
      <p:sp>
        <p:nvSpPr>
          <p:cNvPr id="234" name="Shape 232"/>
          <p:cNvSpPr/>
          <p:nvPr/>
        </p:nvSpPr>
        <p:spPr>
          <a:xfrm>
            <a:off x="7617992" y="3639564"/>
            <a:ext cx="75600" cy="75600"/>
          </a:xfrm>
          <a:prstGeom prst="rect">
            <a:avLst/>
          </a:prstGeom>
          <a:solidFill>
            <a:srgbClr val="5A3921"/>
          </a:solidFill>
          <a:ln/>
        </p:spPr>
      </p:sp>
      <p:sp>
        <p:nvSpPr>
          <p:cNvPr id="235" name="Shape 233"/>
          <p:cNvSpPr/>
          <p:nvPr/>
        </p:nvSpPr>
        <p:spPr>
          <a:xfrm>
            <a:off x="7725992" y="3639564"/>
            <a:ext cx="75600" cy="75600"/>
          </a:xfrm>
          <a:prstGeom prst="rect">
            <a:avLst/>
          </a:prstGeom>
          <a:solidFill>
            <a:srgbClr val="5A3921"/>
          </a:solidFill>
          <a:ln/>
        </p:spPr>
      </p:sp>
      <p:sp>
        <p:nvSpPr>
          <p:cNvPr id="236" name="Shape 234"/>
          <p:cNvSpPr/>
          <p:nvPr/>
        </p:nvSpPr>
        <p:spPr>
          <a:xfrm>
            <a:off x="7833992" y="3639564"/>
            <a:ext cx="75600" cy="75600"/>
          </a:xfrm>
          <a:prstGeom prst="rect">
            <a:avLst/>
          </a:prstGeom>
          <a:solidFill>
            <a:srgbClr val="5A3921"/>
          </a:solidFill>
          <a:ln/>
        </p:spPr>
      </p:sp>
      <p:sp>
        <p:nvSpPr>
          <p:cNvPr id="237" name="Shape 235"/>
          <p:cNvSpPr/>
          <p:nvPr/>
        </p:nvSpPr>
        <p:spPr>
          <a:xfrm>
            <a:off x="7941992" y="3639564"/>
            <a:ext cx="75600" cy="75600"/>
          </a:xfrm>
          <a:prstGeom prst="rect">
            <a:avLst/>
          </a:prstGeom>
          <a:solidFill>
            <a:srgbClr val="5A3921"/>
          </a:solidFill>
          <a:ln/>
        </p:spPr>
      </p:sp>
      <p:sp>
        <p:nvSpPr>
          <p:cNvPr id="238" name="Shape 236"/>
          <p:cNvSpPr/>
          <p:nvPr/>
        </p:nvSpPr>
        <p:spPr>
          <a:xfrm>
            <a:off x="6969992" y="3747564"/>
            <a:ext cx="75600" cy="75600"/>
          </a:xfrm>
          <a:prstGeom prst="rect">
            <a:avLst/>
          </a:prstGeom>
          <a:solidFill>
            <a:srgbClr val="5A3921"/>
          </a:solidFill>
          <a:ln/>
        </p:spPr>
      </p:sp>
      <p:sp>
        <p:nvSpPr>
          <p:cNvPr id="239" name="Shape 237"/>
          <p:cNvSpPr/>
          <p:nvPr/>
        </p:nvSpPr>
        <p:spPr>
          <a:xfrm>
            <a:off x="7077992" y="3747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</p:sp>
      <p:sp>
        <p:nvSpPr>
          <p:cNvPr id="240" name="Shape 238"/>
          <p:cNvSpPr/>
          <p:nvPr/>
        </p:nvSpPr>
        <p:spPr>
          <a:xfrm>
            <a:off x="7185992" y="3747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</p:sp>
      <p:sp>
        <p:nvSpPr>
          <p:cNvPr id="241" name="Shape 239"/>
          <p:cNvSpPr/>
          <p:nvPr/>
        </p:nvSpPr>
        <p:spPr>
          <a:xfrm>
            <a:off x="7293992" y="3747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</p:sp>
      <p:sp>
        <p:nvSpPr>
          <p:cNvPr id="242" name="Shape 240"/>
          <p:cNvSpPr/>
          <p:nvPr/>
        </p:nvSpPr>
        <p:spPr>
          <a:xfrm>
            <a:off x="7401992" y="3747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</p:sp>
      <p:sp>
        <p:nvSpPr>
          <p:cNvPr id="243" name="Shape 241"/>
          <p:cNvSpPr/>
          <p:nvPr/>
        </p:nvSpPr>
        <p:spPr>
          <a:xfrm>
            <a:off x="7509992" y="3747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</p:sp>
      <p:sp>
        <p:nvSpPr>
          <p:cNvPr id="244" name="Shape 242"/>
          <p:cNvSpPr/>
          <p:nvPr/>
        </p:nvSpPr>
        <p:spPr>
          <a:xfrm>
            <a:off x="7617992" y="3747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</p:sp>
      <p:sp>
        <p:nvSpPr>
          <p:cNvPr id="245" name="Shape 243"/>
          <p:cNvSpPr/>
          <p:nvPr/>
        </p:nvSpPr>
        <p:spPr>
          <a:xfrm>
            <a:off x="7725992" y="3747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</p:sp>
      <p:sp>
        <p:nvSpPr>
          <p:cNvPr id="246" name="Shape 244"/>
          <p:cNvSpPr/>
          <p:nvPr/>
        </p:nvSpPr>
        <p:spPr>
          <a:xfrm>
            <a:off x="7833992" y="3747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</p:sp>
      <p:sp>
        <p:nvSpPr>
          <p:cNvPr id="247" name="Shape 245"/>
          <p:cNvSpPr/>
          <p:nvPr/>
        </p:nvSpPr>
        <p:spPr>
          <a:xfrm>
            <a:off x="7941992" y="3747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</p:sp>
      <p:sp>
        <p:nvSpPr>
          <p:cNvPr id="248" name="Shape 246"/>
          <p:cNvSpPr/>
          <p:nvPr/>
        </p:nvSpPr>
        <p:spPr>
          <a:xfrm>
            <a:off x="6969992" y="3855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</p:sp>
      <p:sp>
        <p:nvSpPr>
          <p:cNvPr id="249" name="Shape 247"/>
          <p:cNvSpPr/>
          <p:nvPr/>
        </p:nvSpPr>
        <p:spPr>
          <a:xfrm>
            <a:off x="7077992" y="3855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</p:sp>
      <p:sp>
        <p:nvSpPr>
          <p:cNvPr id="250" name="Shape 248"/>
          <p:cNvSpPr/>
          <p:nvPr/>
        </p:nvSpPr>
        <p:spPr>
          <a:xfrm>
            <a:off x="7185992" y="3855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</p:sp>
      <p:sp>
        <p:nvSpPr>
          <p:cNvPr id="251" name="Shape 249"/>
          <p:cNvSpPr/>
          <p:nvPr/>
        </p:nvSpPr>
        <p:spPr>
          <a:xfrm>
            <a:off x="7293992" y="3855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</p:sp>
      <p:sp>
        <p:nvSpPr>
          <p:cNvPr id="252" name="Shape 250"/>
          <p:cNvSpPr/>
          <p:nvPr/>
        </p:nvSpPr>
        <p:spPr>
          <a:xfrm>
            <a:off x="7401992" y="3855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</p:sp>
      <p:sp>
        <p:nvSpPr>
          <p:cNvPr id="253" name="Shape 251"/>
          <p:cNvSpPr/>
          <p:nvPr/>
        </p:nvSpPr>
        <p:spPr>
          <a:xfrm>
            <a:off x="7509992" y="3855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</p:sp>
      <p:sp>
        <p:nvSpPr>
          <p:cNvPr id="254" name="Shape 252"/>
          <p:cNvSpPr/>
          <p:nvPr/>
        </p:nvSpPr>
        <p:spPr>
          <a:xfrm>
            <a:off x="7617992" y="3855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</p:sp>
      <p:sp>
        <p:nvSpPr>
          <p:cNvPr id="255" name="Shape 253"/>
          <p:cNvSpPr/>
          <p:nvPr/>
        </p:nvSpPr>
        <p:spPr>
          <a:xfrm>
            <a:off x="7725992" y="3855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</p:sp>
      <p:sp>
        <p:nvSpPr>
          <p:cNvPr id="256" name="Shape 254"/>
          <p:cNvSpPr/>
          <p:nvPr/>
        </p:nvSpPr>
        <p:spPr>
          <a:xfrm>
            <a:off x="7833992" y="3855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</p:sp>
      <p:sp>
        <p:nvSpPr>
          <p:cNvPr id="257" name="Shape 255"/>
          <p:cNvSpPr/>
          <p:nvPr/>
        </p:nvSpPr>
        <p:spPr>
          <a:xfrm>
            <a:off x="7941992" y="3855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</p:sp>
      <p:sp>
        <p:nvSpPr>
          <p:cNvPr id="258" name="Shape 256"/>
          <p:cNvSpPr/>
          <p:nvPr/>
        </p:nvSpPr>
        <p:spPr>
          <a:xfrm>
            <a:off x="6969992" y="3963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</p:sp>
      <p:sp>
        <p:nvSpPr>
          <p:cNvPr id="259" name="Shape 257"/>
          <p:cNvSpPr/>
          <p:nvPr/>
        </p:nvSpPr>
        <p:spPr>
          <a:xfrm>
            <a:off x="7077992" y="3963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</p:sp>
      <p:sp>
        <p:nvSpPr>
          <p:cNvPr id="260" name="Shape 258"/>
          <p:cNvSpPr/>
          <p:nvPr/>
        </p:nvSpPr>
        <p:spPr>
          <a:xfrm>
            <a:off x="7185992" y="3963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</p:sp>
      <p:sp>
        <p:nvSpPr>
          <p:cNvPr id="261" name="Shape 259"/>
          <p:cNvSpPr/>
          <p:nvPr/>
        </p:nvSpPr>
        <p:spPr>
          <a:xfrm>
            <a:off x="7293992" y="3963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</p:sp>
      <p:sp>
        <p:nvSpPr>
          <p:cNvPr id="262" name="Shape 260"/>
          <p:cNvSpPr/>
          <p:nvPr/>
        </p:nvSpPr>
        <p:spPr>
          <a:xfrm>
            <a:off x="7401992" y="3963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</p:sp>
      <p:sp>
        <p:nvSpPr>
          <p:cNvPr id="263" name="Shape 261"/>
          <p:cNvSpPr/>
          <p:nvPr/>
        </p:nvSpPr>
        <p:spPr>
          <a:xfrm>
            <a:off x="7509992" y="3963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</p:sp>
      <p:sp>
        <p:nvSpPr>
          <p:cNvPr id="264" name="Shape 262"/>
          <p:cNvSpPr/>
          <p:nvPr/>
        </p:nvSpPr>
        <p:spPr>
          <a:xfrm>
            <a:off x="7617992" y="3963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</p:sp>
      <p:sp>
        <p:nvSpPr>
          <p:cNvPr id="265" name="Shape 263"/>
          <p:cNvSpPr/>
          <p:nvPr/>
        </p:nvSpPr>
        <p:spPr>
          <a:xfrm>
            <a:off x="7725992" y="3963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</p:sp>
      <p:sp>
        <p:nvSpPr>
          <p:cNvPr id="266" name="Shape 264"/>
          <p:cNvSpPr/>
          <p:nvPr/>
        </p:nvSpPr>
        <p:spPr>
          <a:xfrm>
            <a:off x="7833992" y="3963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</p:sp>
      <p:sp>
        <p:nvSpPr>
          <p:cNvPr id="267" name="Shape 265"/>
          <p:cNvSpPr/>
          <p:nvPr/>
        </p:nvSpPr>
        <p:spPr>
          <a:xfrm>
            <a:off x="7941992" y="3963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</p:sp>
      <p:sp>
        <p:nvSpPr>
          <p:cNvPr id="268" name="Shape 266"/>
          <p:cNvSpPr/>
          <p:nvPr/>
        </p:nvSpPr>
        <p:spPr>
          <a:xfrm>
            <a:off x="6969992" y="4071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</p:sp>
      <p:sp>
        <p:nvSpPr>
          <p:cNvPr id="269" name="Shape 267"/>
          <p:cNvSpPr/>
          <p:nvPr/>
        </p:nvSpPr>
        <p:spPr>
          <a:xfrm>
            <a:off x="7077992" y="4071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</p:sp>
      <p:sp>
        <p:nvSpPr>
          <p:cNvPr id="270" name="Shape 268"/>
          <p:cNvSpPr/>
          <p:nvPr/>
        </p:nvSpPr>
        <p:spPr>
          <a:xfrm>
            <a:off x="7185992" y="4071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</p:sp>
      <p:sp>
        <p:nvSpPr>
          <p:cNvPr id="271" name="Shape 269"/>
          <p:cNvSpPr/>
          <p:nvPr/>
        </p:nvSpPr>
        <p:spPr>
          <a:xfrm>
            <a:off x="7293992" y="4071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</p:sp>
      <p:sp>
        <p:nvSpPr>
          <p:cNvPr id="272" name="Shape 270"/>
          <p:cNvSpPr/>
          <p:nvPr/>
        </p:nvSpPr>
        <p:spPr>
          <a:xfrm>
            <a:off x="7401992" y="4071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</p:sp>
      <p:sp>
        <p:nvSpPr>
          <p:cNvPr id="273" name="Shape 271"/>
          <p:cNvSpPr/>
          <p:nvPr/>
        </p:nvSpPr>
        <p:spPr>
          <a:xfrm>
            <a:off x="7509992" y="4071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</p:sp>
      <p:sp>
        <p:nvSpPr>
          <p:cNvPr id="274" name="Shape 272"/>
          <p:cNvSpPr/>
          <p:nvPr/>
        </p:nvSpPr>
        <p:spPr>
          <a:xfrm>
            <a:off x="7617992" y="4071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</p:sp>
      <p:sp>
        <p:nvSpPr>
          <p:cNvPr id="275" name="Shape 273"/>
          <p:cNvSpPr/>
          <p:nvPr/>
        </p:nvSpPr>
        <p:spPr>
          <a:xfrm>
            <a:off x="7725992" y="4071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</p:sp>
      <p:sp>
        <p:nvSpPr>
          <p:cNvPr id="276" name="Shape 274"/>
          <p:cNvSpPr/>
          <p:nvPr/>
        </p:nvSpPr>
        <p:spPr>
          <a:xfrm>
            <a:off x="7833992" y="4071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</p:sp>
      <p:sp>
        <p:nvSpPr>
          <p:cNvPr id="277" name="Shape 275"/>
          <p:cNvSpPr/>
          <p:nvPr/>
        </p:nvSpPr>
        <p:spPr>
          <a:xfrm>
            <a:off x="7941992" y="4071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</p:sp>
      <p:sp>
        <p:nvSpPr>
          <p:cNvPr id="278" name="Shape 276"/>
          <p:cNvSpPr/>
          <p:nvPr/>
        </p:nvSpPr>
        <p:spPr>
          <a:xfrm>
            <a:off x="6969992" y="4179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</p:sp>
      <p:sp>
        <p:nvSpPr>
          <p:cNvPr id="279" name="Shape 277"/>
          <p:cNvSpPr/>
          <p:nvPr/>
        </p:nvSpPr>
        <p:spPr>
          <a:xfrm>
            <a:off x="7077992" y="4179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</p:sp>
      <p:sp>
        <p:nvSpPr>
          <p:cNvPr id="280" name="Shape 278"/>
          <p:cNvSpPr/>
          <p:nvPr/>
        </p:nvSpPr>
        <p:spPr>
          <a:xfrm>
            <a:off x="7185992" y="4179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</p:sp>
      <p:sp>
        <p:nvSpPr>
          <p:cNvPr id="281" name="Shape 279"/>
          <p:cNvSpPr/>
          <p:nvPr/>
        </p:nvSpPr>
        <p:spPr>
          <a:xfrm>
            <a:off x="7293992" y="4179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</p:sp>
      <p:sp>
        <p:nvSpPr>
          <p:cNvPr id="282" name="Shape 280"/>
          <p:cNvSpPr/>
          <p:nvPr/>
        </p:nvSpPr>
        <p:spPr>
          <a:xfrm>
            <a:off x="7401992" y="4179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</p:sp>
      <p:sp>
        <p:nvSpPr>
          <p:cNvPr id="283" name="Shape 281"/>
          <p:cNvSpPr/>
          <p:nvPr/>
        </p:nvSpPr>
        <p:spPr>
          <a:xfrm>
            <a:off x="7509992" y="4179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</p:sp>
      <p:sp>
        <p:nvSpPr>
          <p:cNvPr id="284" name="Shape 282"/>
          <p:cNvSpPr/>
          <p:nvPr/>
        </p:nvSpPr>
        <p:spPr>
          <a:xfrm>
            <a:off x="7617992" y="4179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</p:sp>
      <p:sp>
        <p:nvSpPr>
          <p:cNvPr id="285" name="Shape 283"/>
          <p:cNvSpPr/>
          <p:nvPr/>
        </p:nvSpPr>
        <p:spPr>
          <a:xfrm>
            <a:off x="7725992" y="4179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</p:sp>
      <p:sp>
        <p:nvSpPr>
          <p:cNvPr id="286" name="Shape 284"/>
          <p:cNvSpPr/>
          <p:nvPr/>
        </p:nvSpPr>
        <p:spPr>
          <a:xfrm>
            <a:off x="7833992" y="4179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</p:sp>
      <p:sp>
        <p:nvSpPr>
          <p:cNvPr id="287" name="Shape 285"/>
          <p:cNvSpPr/>
          <p:nvPr/>
        </p:nvSpPr>
        <p:spPr>
          <a:xfrm>
            <a:off x="7941992" y="4179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</p:sp>
      <p:sp>
        <p:nvSpPr>
          <p:cNvPr id="288" name="Shape 286"/>
          <p:cNvSpPr/>
          <p:nvPr/>
        </p:nvSpPr>
        <p:spPr>
          <a:xfrm>
            <a:off x="6969992" y="4287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</p:sp>
      <p:sp>
        <p:nvSpPr>
          <p:cNvPr id="289" name="Shape 287"/>
          <p:cNvSpPr/>
          <p:nvPr/>
        </p:nvSpPr>
        <p:spPr>
          <a:xfrm>
            <a:off x="7077992" y="4287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</p:sp>
      <p:sp>
        <p:nvSpPr>
          <p:cNvPr id="290" name="Shape 288"/>
          <p:cNvSpPr/>
          <p:nvPr/>
        </p:nvSpPr>
        <p:spPr>
          <a:xfrm>
            <a:off x="7185992" y="4287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</p:sp>
      <p:sp>
        <p:nvSpPr>
          <p:cNvPr id="291" name="Shape 289"/>
          <p:cNvSpPr/>
          <p:nvPr/>
        </p:nvSpPr>
        <p:spPr>
          <a:xfrm>
            <a:off x="7293992" y="4287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</p:sp>
      <p:sp>
        <p:nvSpPr>
          <p:cNvPr id="292" name="Shape 290"/>
          <p:cNvSpPr/>
          <p:nvPr/>
        </p:nvSpPr>
        <p:spPr>
          <a:xfrm>
            <a:off x="7401992" y="4287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</p:sp>
      <p:sp>
        <p:nvSpPr>
          <p:cNvPr id="293" name="Shape 291"/>
          <p:cNvSpPr/>
          <p:nvPr/>
        </p:nvSpPr>
        <p:spPr>
          <a:xfrm>
            <a:off x="7509992" y="4287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</p:sp>
      <p:sp>
        <p:nvSpPr>
          <p:cNvPr id="294" name="Shape 292"/>
          <p:cNvSpPr/>
          <p:nvPr/>
        </p:nvSpPr>
        <p:spPr>
          <a:xfrm>
            <a:off x="7617992" y="4287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</p:sp>
      <p:sp>
        <p:nvSpPr>
          <p:cNvPr id="295" name="Shape 293"/>
          <p:cNvSpPr/>
          <p:nvPr/>
        </p:nvSpPr>
        <p:spPr>
          <a:xfrm>
            <a:off x="7725992" y="4287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</p:sp>
      <p:sp>
        <p:nvSpPr>
          <p:cNvPr id="296" name="Shape 294"/>
          <p:cNvSpPr/>
          <p:nvPr/>
        </p:nvSpPr>
        <p:spPr>
          <a:xfrm>
            <a:off x="7833992" y="4287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</p:sp>
      <p:sp>
        <p:nvSpPr>
          <p:cNvPr id="297" name="Shape 295"/>
          <p:cNvSpPr/>
          <p:nvPr/>
        </p:nvSpPr>
        <p:spPr>
          <a:xfrm>
            <a:off x="7941992" y="4287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</p:sp>
      <p:sp>
        <p:nvSpPr>
          <p:cNvPr id="298" name="Shape 296"/>
          <p:cNvSpPr/>
          <p:nvPr/>
        </p:nvSpPr>
        <p:spPr>
          <a:xfrm>
            <a:off x="6969992" y="4395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</p:sp>
      <p:sp>
        <p:nvSpPr>
          <p:cNvPr id="299" name="Shape 297"/>
          <p:cNvSpPr/>
          <p:nvPr/>
        </p:nvSpPr>
        <p:spPr>
          <a:xfrm>
            <a:off x="7077992" y="4395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</p:sp>
      <p:sp>
        <p:nvSpPr>
          <p:cNvPr id="300" name="Shape 298"/>
          <p:cNvSpPr/>
          <p:nvPr/>
        </p:nvSpPr>
        <p:spPr>
          <a:xfrm>
            <a:off x="7185992" y="4395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</p:sp>
      <p:sp>
        <p:nvSpPr>
          <p:cNvPr id="301" name="Shape 299"/>
          <p:cNvSpPr/>
          <p:nvPr/>
        </p:nvSpPr>
        <p:spPr>
          <a:xfrm>
            <a:off x="7293992" y="4395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</p:sp>
      <p:sp>
        <p:nvSpPr>
          <p:cNvPr id="302" name="Shape 300"/>
          <p:cNvSpPr/>
          <p:nvPr/>
        </p:nvSpPr>
        <p:spPr>
          <a:xfrm>
            <a:off x="7401992" y="4395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</p:sp>
      <p:sp>
        <p:nvSpPr>
          <p:cNvPr id="303" name="Shape 301"/>
          <p:cNvSpPr/>
          <p:nvPr/>
        </p:nvSpPr>
        <p:spPr>
          <a:xfrm>
            <a:off x="7509992" y="4395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</p:sp>
      <p:sp>
        <p:nvSpPr>
          <p:cNvPr id="304" name="Shape 302"/>
          <p:cNvSpPr/>
          <p:nvPr/>
        </p:nvSpPr>
        <p:spPr>
          <a:xfrm>
            <a:off x="7617992" y="4395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</p:sp>
      <p:sp>
        <p:nvSpPr>
          <p:cNvPr id="305" name="Shape 303"/>
          <p:cNvSpPr/>
          <p:nvPr/>
        </p:nvSpPr>
        <p:spPr>
          <a:xfrm>
            <a:off x="7725992" y="4395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</p:sp>
      <p:sp>
        <p:nvSpPr>
          <p:cNvPr id="306" name="Shape 304"/>
          <p:cNvSpPr/>
          <p:nvPr/>
        </p:nvSpPr>
        <p:spPr>
          <a:xfrm>
            <a:off x="7833992" y="4395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</p:sp>
      <p:sp>
        <p:nvSpPr>
          <p:cNvPr id="307" name="Shape 305"/>
          <p:cNvSpPr/>
          <p:nvPr/>
        </p:nvSpPr>
        <p:spPr>
          <a:xfrm>
            <a:off x="7941992" y="4395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</p:sp>
      <p:sp>
        <p:nvSpPr>
          <p:cNvPr id="308" name="Shape 306"/>
          <p:cNvSpPr/>
          <p:nvPr/>
        </p:nvSpPr>
        <p:spPr>
          <a:xfrm>
            <a:off x="6969992" y="4503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</p:sp>
      <p:sp>
        <p:nvSpPr>
          <p:cNvPr id="309" name="Shape 307"/>
          <p:cNvSpPr/>
          <p:nvPr/>
        </p:nvSpPr>
        <p:spPr>
          <a:xfrm>
            <a:off x="7077992" y="4503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</p:sp>
      <p:sp>
        <p:nvSpPr>
          <p:cNvPr id="310" name="Shape 308"/>
          <p:cNvSpPr/>
          <p:nvPr/>
        </p:nvSpPr>
        <p:spPr>
          <a:xfrm>
            <a:off x="7185992" y="4503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</p:sp>
      <p:sp>
        <p:nvSpPr>
          <p:cNvPr id="311" name="Shape 309"/>
          <p:cNvSpPr/>
          <p:nvPr/>
        </p:nvSpPr>
        <p:spPr>
          <a:xfrm>
            <a:off x="7293992" y="4503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</p:sp>
      <p:sp>
        <p:nvSpPr>
          <p:cNvPr id="312" name="Shape 310"/>
          <p:cNvSpPr/>
          <p:nvPr/>
        </p:nvSpPr>
        <p:spPr>
          <a:xfrm>
            <a:off x="7401992" y="4503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</p:sp>
      <p:sp>
        <p:nvSpPr>
          <p:cNvPr id="313" name="Shape 311"/>
          <p:cNvSpPr/>
          <p:nvPr/>
        </p:nvSpPr>
        <p:spPr>
          <a:xfrm>
            <a:off x="7509992" y="4503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</p:sp>
      <p:sp>
        <p:nvSpPr>
          <p:cNvPr id="314" name="Shape 312"/>
          <p:cNvSpPr/>
          <p:nvPr/>
        </p:nvSpPr>
        <p:spPr>
          <a:xfrm>
            <a:off x="7617992" y="4503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</p:sp>
      <p:sp>
        <p:nvSpPr>
          <p:cNvPr id="315" name="Shape 313"/>
          <p:cNvSpPr/>
          <p:nvPr/>
        </p:nvSpPr>
        <p:spPr>
          <a:xfrm>
            <a:off x="7725992" y="4503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</p:sp>
      <p:sp>
        <p:nvSpPr>
          <p:cNvPr id="316" name="Shape 314"/>
          <p:cNvSpPr/>
          <p:nvPr/>
        </p:nvSpPr>
        <p:spPr>
          <a:xfrm>
            <a:off x="7833992" y="4503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</p:sp>
      <p:sp>
        <p:nvSpPr>
          <p:cNvPr id="317" name="Shape 315"/>
          <p:cNvSpPr/>
          <p:nvPr/>
        </p:nvSpPr>
        <p:spPr>
          <a:xfrm>
            <a:off x="7941992" y="4503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</p:sp>
      <p:sp>
        <p:nvSpPr>
          <p:cNvPr id="318" name="Text 316"/>
          <p:cNvSpPr/>
          <p:nvPr/>
        </p:nvSpPr>
        <p:spPr>
          <a:xfrm>
            <a:off x="6167848" y="4669164"/>
            <a:ext cx="2651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 5</a:t>
            </a:r>
            <a:endParaRPr lang="en-US" sz="900" dirty="0"/>
          </a:p>
        </p:txBody>
      </p:sp>
      <p:sp>
        <p:nvSpPr>
          <p:cNvPr id="319" name="Text 317"/>
          <p:cNvSpPr/>
          <p:nvPr/>
        </p:nvSpPr>
        <p:spPr>
          <a:xfrm>
            <a:off x="8963735" y="3167244"/>
            <a:ext cx="2651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13%</a:t>
            </a:r>
            <a:endParaRPr lang="en-US" sz="1500" dirty="0"/>
          </a:p>
        </p:txBody>
      </p:sp>
      <p:sp>
        <p:nvSpPr>
          <p:cNvPr id="320" name="Shape 318"/>
          <p:cNvSpPr/>
          <p:nvPr/>
        </p:nvSpPr>
        <p:spPr>
          <a:xfrm>
            <a:off x="9765879" y="3531564"/>
            <a:ext cx="75600" cy="75600"/>
          </a:xfrm>
          <a:prstGeom prst="rect">
            <a:avLst/>
          </a:prstGeom>
          <a:solidFill>
            <a:srgbClr val="5A3921"/>
          </a:solidFill>
          <a:ln/>
        </p:spPr>
      </p:sp>
      <p:sp>
        <p:nvSpPr>
          <p:cNvPr id="321" name="Shape 319"/>
          <p:cNvSpPr/>
          <p:nvPr/>
        </p:nvSpPr>
        <p:spPr>
          <a:xfrm>
            <a:off x="9873879" y="3531564"/>
            <a:ext cx="75600" cy="75600"/>
          </a:xfrm>
          <a:prstGeom prst="rect">
            <a:avLst/>
          </a:prstGeom>
          <a:solidFill>
            <a:srgbClr val="5A3921"/>
          </a:solidFill>
          <a:ln/>
        </p:spPr>
      </p:sp>
      <p:sp>
        <p:nvSpPr>
          <p:cNvPr id="322" name="Shape 320"/>
          <p:cNvSpPr/>
          <p:nvPr/>
        </p:nvSpPr>
        <p:spPr>
          <a:xfrm>
            <a:off x="9981879" y="3531564"/>
            <a:ext cx="75600" cy="75600"/>
          </a:xfrm>
          <a:prstGeom prst="rect">
            <a:avLst/>
          </a:prstGeom>
          <a:solidFill>
            <a:srgbClr val="5A3921"/>
          </a:solidFill>
          <a:ln/>
        </p:spPr>
      </p:sp>
      <p:sp>
        <p:nvSpPr>
          <p:cNvPr id="323" name="Shape 321"/>
          <p:cNvSpPr/>
          <p:nvPr/>
        </p:nvSpPr>
        <p:spPr>
          <a:xfrm>
            <a:off x="10089879" y="3531564"/>
            <a:ext cx="75600" cy="75600"/>
          </a:xfrm>
          <a:prstGeom prst="rect">
            <a:avLst/>
          </a:prstGeom>
          <a:solidFill>
            <a:srgbClr val="5A3921"/>
          </a:solidFill>
          <a:ln/>
        </p:spPr>
      </p:sp>
      <p:sp>
        <p:nvSpPr>
          <p:cNvPr id="324" name="Shape 322"/>
          <p:cNvSpPr/>
          <p:nvPr/>
        </p:nvSpPr>
        <p:spPr>
          <a:xfrm>
            <a:off x="10197879" y="3531564"/>
            <a:ext cx="75600" cy="75600"/>
          </a:xfrm>
          <a:prstGeom prst="rect">
            <a:avLst/>
          </a:prstGeom>
          <a:solidFill>
            <a:srgbClr val="5A3921"/>
          </a:solidFill>
          <a:ln/>
        </p:spPr>
      </p:sp>
      <p:sp>
        <p:nvSpPr>
          <p:cNvPr id="325" name="Shape 323"/>
          <p:cNvSpPr/>
          <p:nvPr/>
        </p:nvSpPr>
        <p:spPr>
          <a:xfrm>
            <a:off x="10305879" y="3531564"/>
            <a:ext cx="75600" cy="75600"/>
          </a:xfrm>
          <a:prstGeom prst="rect">
            <a:avLst/>
          </a:prstGeom>
          <a:solidFill>
            <a:srgbClr val="5A3921"/>
          </a:solidFill>
          <a:ln/>
        </p:spPr>
      </p:sp>
      <p:sp>
        <p:nvSpPr>
          <p:cNvPr id="326" name="Shape 324"/>
          <p:cNvSpPr/>
          <p:nvPr/>
        </p:nvSpPr>
        <p:spPr>
          <a:xfrm>
            <a:off x="10413879" y="3531564"/>
            <a:ext cx="75600" cy="75600"/>
          </a:xfrm>
          <a:prstGeom prst="rect">
            <a:avLst/>
          </a:prstGeom>
          <a:solidFill>
            <a:srgbClr val="5A3921"/>
          </a:solidFill>
          <a:ln/>
        </p:spPr>
      </p:sp>
      <p:sp>
        <p:nvSpPr>
          <p:cNvPr id="327" name="Shape 325"/>
          <p:cNvSpPr/>
          <p:nvPr/>
        </p:nvSpPr>
        <p:spPr>
          <a:xfrm>
            <a:off x="10521879" y="3531564"/>
            <a:ext cx="75600" cy="75600"/>
          </a:xfrm>
          <a:prstGeom prst="rect">
            <a:avLst/>
          </a:prstGeom>
          <a:solidFill>
            <a:srgbClr val="5A3921"/>
          </a:solidFill>
          <a:ln/>
        </p:spPr>
      </p:sp>
      <p:sp>
        <p:nvSpPr>
          <p:cNvPr id="328" name="Shape 326"/>
          <p:cNvSpPr/>
          <p:nvPr/>
        </p:nvSpPr>
        <p:spPr>
          <a:xfrm>
            <a:off x="10629879" y="3531564"/>
            <a:ext cx="75600" cy="75600"/>
          </a:xfrm>
          <a:prstGeom prst="rect">
            <a:avLst/>
          </a:prstGeom>
          <a:solidFill>
            <a:srgbClr val="5A3921"/>
          </a:solidFill>
          <a:ln/>
        </p:spPr>
      </p:sp>
      <p:sp>
        <p:nvSpPr>
          <p:cNvPr id="329" name="Shape 327"/>
          <p:cNvSpPr/>
          <p:nvPr/>
        </p:nvSpPr>
        <p:spPr>
          <a:xfrm>
            <a:off x="10737879" y="3531564"/>
            <a:ext cx="75600" cy="75600"/>
          </a:xfrm>
          <a:prstGeom prst="rect">
            <a:avLst/>
          </a:prstGeom>
          <a:solidFill>
            <a:srgbClr val="5A3921"/>
          </a:solidFill>
          <a:ln/>
        </p:spPr>
      </p:sp>
      <p:sp>
        <p:nvSpPr>
          <p:cNvPr id="330" name="Shape 328"/>
          <p:cNvSpPr/>
          <p:nvPr/>
        </p:nvSpPr>
        <p:spPr>
          <a:xfrm>
            <a:off x="9765879" y="3639564"/>
            <a:ext cx="75600" cy="75600"/>
          </a:xfrm>
          <a:prstGeom prst="rect">
            <a:avLst/>
          </a:prstGeom>
          <a:solidFill>
            <a:srgbClr val="5A3921"/>
          </a:solidFill>
          <a:ln/>
        </p:spPr>
      </p:sp>
      <p:sp>
        <p:nvSpPr>
          <p:cNvPr id="331" name="Shape 329"/>
          <p:cNvSpPr/>
          <p:nvPr/>
        </p:nvSpPr>
        <p:spPr>
          <a:xfrm>
            <a:off x="9873879" y="3639564"/>
            <a:ext cx="75600" cy="75600"/>
          </a:xfrm>
          <a:prstGeom prst="rect">
            <a:avLst/>
          </a:prstGeom>
          <a:solidFill>
            <a:srgbClr val="5A3921"/>
          </a:solidFill>
          <a:ln/>
        </p:spPr>
      </p:sp>
      <p:sp>
        <p:nvSpPr>
          <p:cNvPr id="332" name="Shape 330"/>
          <p:cNvSpPr/>
          <p:nvPr/>
        </p:nvSpPr>
        <p:spPr>
          <a:xfrm>
            <a:off x="9981879" y="3639564"/>
            <a:ext cx="75600" cy="75600"/>
          </a:xfrm>
          <a:prstGeom prst="rect">
            <a:avLst/>
          </a:prstGeom>
          <a:solidFill>
            <a:srgbClr val="5A3921"/>
          </a:solidFill>
          <a:ln/>
        </p:spPr>
      </p:sp>
      <p:sp>
        <p:nvSpPr>
          <p:cNvPr id="333" name="Shape 331"/>
          <p:cNvSpPr/>
          <p:nvPr/>
        </p:nvSpPr>
        <p:spPr>
          <a:xfrm>
            <a:off x="10089879" y="3639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</p:sp>
      <p:sp>
        <p:nvSpPr>
          <p:cNvPr id="334" name="Shape 332"/>
          <p:cNvSpPr/>
          <p:nvPr/>
        </p:nvSpPr>
        <p:spPr>
          <a:xfrm>
            <a:off x="10197879" y="3639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</p:sp>
      <p:sp>
        <p:nvSpPr>
          <p:cNvPr id="335" name="Shape 333"/>
          <p:cNvSpPr/>
          <p:nvPr/>
        </p:nvSpPr>
        <p:spPr>
          <a:xfrm>
            <a:off x="10305879" y="3639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</p:sp>
      <p:sp>
        <p:nvSpPr>
          <p:cNvPr id="336" name="Shape 334"/>
          <p:cNvSpPr/>
          <p:nvPr/>
        </p:nvSpPr>
        <p:spPr>
          <a:xfrm>
            <a:off x="10413879" y="3639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</p:sp>
      <p:sp>
        <p:nvSpPr>
          <p:cNvPr id="337" name="Shape 335"/>
          <p:cNvSpPr/>
          <p:nvPr/>
        </p:nvSpPr>
        <p:spPr>
          <a:xfrm>
            <a:off x="10521879" y="3639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</p:sp>
      <p:sp>
        <p:nvSpPr>
          <p:cNvPr id="338" name="Shape 336"/>
          <p:cNvSpPr/>
          <p:nvPr/>
        </p:nvSpPr>
        <p:spPr>
          <a:xfrm>
            <a:off x="10629879" y="3639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</p:sp>
      <p:sp>
        <p:nvSpPr>
          <p:cNvPr id="339" name="Shape 337"/>
          <p:cNvSpPr/>
          <p:nvPr/>
        </p:nvSpPr>
        <p:spPr>
          <a:xfrm>
            <a:off x="10737879" y="3639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</p:sp>
      <p:sp>
        <p:nvSpPr>
          <p:cNvPr id="340" name="Shape 338"/>
          <p:cNvSpPr/>
          <p:nvPr/>
        </p:nvSpPr>
        <p:spPr>
          <a:xfrm>
            <a:off x="9765879" y="3747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</p:sp>
      <p:sp>
        <p:nvSpPr>
          <p:cNvPr id="341" name="Shape 339"/>
          <p:cNvSpPr/>
          <p:nvPr/>
        </p:nvSpPr>
        <p:spPr>
          <a:xfrm>
            <a:off x="9873879" y="3747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</p:sp>
      <p:sp>
        <p:nvSpPr>
          <p:cNvPr id="342" name="Shape 340"/>
          <p:cNvSpPr/>
          <p:nvPr/>
        </p:nvSpPr>
        <p:spPr>
          <a:xfrm>
            <a:off x="9981879" y="3747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</p:sp>
      <p:sp>
        <p:nvSpPr>
          <p:cNvPr id="343" name="Shape 341"/>
          <p:cNvSpPr/>
          <p:nvPr/>
        </p:nvSpPr>
        <p:spPr>
          <a:xfrm>
            <a:off x="10089879" y="3747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</p:sp>
      <p:sp>
        <p:nvSpPr>
          <p:cNvPr id="344" name="Shape 342"/>
          <p:cNvSpPr/>
          <p:nvPr/>
        </p:nvSpPr>
        <p:spPr>
          <a:xfrm>
            <a:off x="10197879" y="3747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</p:sp>
      <p:sp>
        <p:nvSpPr>
          <p:cNvPr id="345" name="Shape 343"/>
          <p:cNvSpPr/>
          <p:nvPr/>
        </p:nvSpPr>
        <p:spPr>
          <a:xfrm>
            <a:off x="10305879" y="3747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</p:sp>
      <p:sp>
        <p:nvSpPr>
          <p:cNvPr id="346" name="Shape 344"/>
          <p:cNvSpPr/>
          <p:nvPr/>
        </p:nvSpPr>
        <p:spPr>
          <a:xfrm>
            <a:off x="10413879" y="3747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</p:sp>
      <p:sp>
        <p:nvSpPr>
          <p:cNvPr id="347" name="Shape 345"/>
          <p:cNvSpPr/>
          <p:nvPr/>
        </p:nvSpPr>
        <p:spPr>
          <a:xfrm>
            <a:off x="10521879" y="3747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</p:sp>
      <p:sp>
        <p:nvSpPr>
          <p:cNvPr id="348" name="Shape 346"/>
          <p:cNvSpPr/>
          <p:nvPr/>
        </p:nvSpPr>
        <p:spPr>
          <a:xfrm>
            <a:off x="10629879" y="3747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</p:sp>
      <p:sp>
        <p:nvSpPr>
          <p:cNvPr id="349" name="Shape 347"/>
          <p:cNvSpPr/>
          <p:nvPr/>
        </p:nvSpPr>
        <p:spPr>
          <a:xfrm>
            <a:off x="10737879" y="3747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</p:sp>
      <p:sp>
        <p:nvSpPr>
          <p:cNvPr id="350" name="Shape 348"/>
          <p:cNvSpPr/>
          <p:nvPr/>
        </p:nvSpPr>
        <p:spPr>
          <a:xfrm>
            <a:off x="9765879" y="3855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</p:sp>
      <p:sp>
        <p:nvSpPr>
          <p:cNvPr id="351" name="Shape 349"/>
          <p:cNvSpPr/>
          <p:nvPr/>
        </p:nvSpPr>
        <p:spPr>
          <a:xfrm>
            <a:off x="9873879" y="3855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</p:sp>
      <p:sp>
        <p:nvSpPr>
          <p:cNvPr id="352" name="Shape 350"/>
          <p:cNvSpPr/>
          <p:nvPr/>
        </p:nvSpPr>
        <p:spPr>
          <a:xfrm>
            <a:off x="9981879" y="3855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</p:sp>
      <p:sp>
        <p:nvSpPr>
          <p:cNvPr id="353" name="Shape 351"/>
          <p:cNvSpPr/>
          <p:nvPr/>
        </p:nvSpPr>
        <p:spPr>
          <a:xfrm>
            <a:off x="10089879" y="3855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</p:sp>
      <p:sp>
        <p:nvSpPr>
          <p:cNvPr id="354" name="Shape 352"/>
          <p:cNvSpPr/>
          <p:nvPr/>
        </p:nvSpPr>
        <p:spPr>
          <a:xfrm>
            <a:off x="10197879" y="3855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</p:sp>
      <p:sp>
        <p:nvSpPr>
          <p:cNvPr id="355" name="Shape 353"/>
          <p:cNvSpPr/>
          <p:nvPr/>
        </p:nvSpPr>
        <p:spPr>
          <a:xfrm>
            <a:off x="10305879" y="3855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</p:sp>
      <p:sp>
        <p:nvSpPr>
          <p:cNvPr id="356" name="Shape 354"/>
          <p:cNvSpPr/>
          <p:nvPr/>
        </p:nvSpPr>
        <p:spPr>
          <a:xfrm>
            <a:off x="10413879" y="3855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</p:sp>
      <p:sp>
        <p:nvSpPr>
          <p:cNvPr id="357" name="Shape 355"/>
          <p:cNvSpPr/>
          <p:nvPr/>
        </p:nvSpPr>
        <p:spPr>
          <a:xfrm>
            <a:off x="10521879" y="3855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</p:sp>
      <p:sp>
        <p:nvSpPr>
          <p:cNvPr id="358" name="Shape 356"/>
          <p:cNvSpPr/>
          <p:nvPr/>
        </p:nvSpPr>
        <p:spPr>
          <a:xfrm>
            <a:off x="10629879" y="3855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</p:sp>
      <p:sp>
        <p:nvSpPr>
          <p:cNvPr id="359" name="Shape 357"/>
          <p:cNvSpPr/>
          <p:nvPr/>
        </p:nvSpPr>
        <p:spPr>
          <a:xfrm>
            <a:off x="10737879" y="3855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</p:sp>
      <p:sp>
        <p:nvSpPr>
          <p:cNvPr id="360" name="Shape 358"/>
          <p:cNvSpPr/>
          <p:nvPr/>
        </p:nvSpPr>
        <p:spPr>
          <a:xfrm>
            <a:off x="9765879" y="3963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</p:sp>
      <p:sp>
        <p:nvSpPr>
          <p:cNvPr id="361" name="Shape 359"/>
          <p:cNvSpPr/>
          <p:nvPr/>
        </p:nvSpPr>
        <p:spPr>
          <a:xfrm>
            <a:off x="9873879" y="3963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</p:sp>
      <p:sp>
        <p:nvSpPr>
          <p:cNvPr id="362" name="Shape 360"/>
          <p:cNvSpPr/>
          <p:nvPr/>
        </p:nvSpPr>
        <p:spPr>
          <a:xfrm>
            <a:off x="9981879" y="3963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</p:sp>
      <p:sp>
        <p:nvSpPr>
          <p:cNvPr id="363" name="Shape 361"/>
          <p:cNvSpPr/>
          <p:nvPr/>
        </p:nvSpPr>
        <p:spPr>
          <a:xfrm>
            <a:off x="10089879" y="3963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</p:sp>
      <p:sp>
        <p:nvSpPr>
          <p:cNvPr id="364" name="Shape 362"/>
          <p:cNvSpPr/>
          <p:nvPr/>
        </p:nvSpPr>
        <p:spPr>
          <a:xfrm>
            <a:off x="10197879" y="3963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</p:sp>
      <p:sp>
        <p:nvSpPr>
          <p:cNvPr id="365" name="Shape 363"/>
          <p:cNvSpPr/>
          <p:nvPr/>
        </p:nvSpPr>
        <p:spPr>
          <a:xfrm>
            <a:off x="10305879" y="3963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</p:sp>
      <p:sp>
        <p:nvSpPr>
          <p:cNvPr id="366" name="Shape 364"/>
          <p:cNvSpPr/>
          <p:nvPr/>
        </p:nvSpPr>
        <p:spPr>
          <a:xfrm>
            <a:off x="10413879" y="3963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</p:sp>
      <p:sp>
        <p:nvSpPr>
          <p:cNvPr id="367" name="Shape 365"/>
          <p:cNvSpPr/>
          <p:nvPr/>
        </p:nvSpPr>
        <p:spPr>
          <a:xfrm>
            <a:off x="10521879" y="3963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</p:sp>
      <p:sp>
        <p:nvSpPr>
          <p:cNvPr id="368" name="Shape 366"/>
          <p:cNvSpPr/>
          <p:nvPr/>
        </p:nvSpPr>
        <p:spPr>
          <a:xfrm>
            <a:off x="10629879" y="3963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</p:sp>
      <p:sp>
        <p:nvSpPr>
          <p:cNvPr id="369" name="Shape 367"/>
          <p:cNvSpPr/>
          <p:nvPr/>
        </p:nvSpPr>
        <p:spPr>
          <a:xfrm>
            <a:off x="10737879" y="3963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</p:sp>
      <p:sp>
        <p:nvSpPr>
          <p:cNvPr id="370" name="Shape 368"/>
          <p:cNvSpPr/>
          <p:nvPr/>
        </p:nvSpPr>
        <p:spPr>
          <a:xfrm>
            <a:off x="9765879" y="4071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</p:sp>
      <p:sp>
        <p:nvSpPr>
          <p:cNvPr id="371" name="Shape 369"/>
          <p:cNvSpPr/>
          <p:nvPr/>
        </p:nvSpPr>
        <p:spPr>
          <a:xfrm>
            <a:off x="9873879" y="4071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</p:sp>
      <p:sp>
        <p:nvSpPr>
          <p:cNvPr id="372" name="Shape 370"/>
          <p:cNvSpPr/>
          <p:nvPr/>
        </p:nvSpPr>
        <p:spPr>
          <a:xfrm>
            <a:off x="9981879" y="4071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</p:sp>
      <p:sp>
        <p:nvSpPr>
          <p:cNvPr id="373" name="Shape 371"/>
          <p:cNvSpPr/>
          <p:nvPr/>
        </p:nvSpPr>
        <p:spPr>
          <a:xfrm>
            <a:off x="10089879" y="4071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</p:sp>
      <p:sp>
        <p:nvSpPr>
          <p:cNvPr id="374" name="Shape 372"/>
          <p:cNvSpPr/>
          <p:nvPr/>
        </p:nvSpPr>
        <p:spPr>
          <a:xfrm>
            <a:off x="10197879" y="4071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</p:sp>
      <p:sp>
        <p:nvSpPr>
          <p:cNvPr id="375" name="Shape 373"/>
          <p:cNvSpPr/>
          <p:nvPr/>
        </p:nvSpPr>
        <p:spPr>
          <a:xfrm>
            <a:off x="10305879" y="4071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</p:sp>
      <p:sp>
        <p:nvSpPr>
          <p:cNvPr id="376" name="Shape 374"/>
          <p:cNvSpPr/>
          <p:nvPr/>
        </p:nvSpPr>
        <p:spPr>
          <a:xfrm>
            <a:off x="10413879" y="4071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</p:sp>
      <p:sp>
        <p:nvSpPr>
          <p:cNvPr id="377" name="Shape 375"/>
          <p:cNvSpPr/>
          <p:nvPr/>
        </p:nvSpPr>
        <p:spPr>
          <a:xfrm>
            <a:off x="10521879" y="4071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</p:sp>
      <p:sp>
        <p:nvSpPr>
          <p:cNvPr id="378" name="Shape 376"/>
          <p:cNvSpPr/>
          <p:nvPr/>
        </p:nvSpPr>
        <p:spPr>
          <a:xfrm>
            <a:off x="10629879" y="4071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</p:sp>
      <p:sp>
        <p:nvSpPr>
          <p:cNvPr id="379" name="Shape 377"/>
          <p:cNvSpPr/>
          <p:nvPr/>
        </p:nvSpPr>
        <p:spPr>
          <a:xfrm>
            <a:off x="10737879" y="4071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</p:sp>
      <p:sp>
        <p:nvSpPr>
          <p:cNvPr id="380" name="Shape 378"/>
          <p:cNvSpPr/>
          <p:nvPr/>
        </p:nvSpPr>
        <p:spPr>
          <a:xfrm>
            <a:off x="9765879" y="4179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</p:sp>
      <p:sp>
        <p:nvSpPr>
          <p:cNvPr id="381" name="Shape 379"/>
          <p:cNvSpPr/>
          <p:nvPr/>
        </p:nvSpPr>
        <p:spPr>
          <a:xfrm>
            <a:off x="9873879" y="4179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</p:sp>
      <p:sp>
        <p:nvSpPr>
          <p:cNvPr id="382" name="Shape 380"/>
          <p:cNvSpPr/>
          <p:nvPr/>
        </p:nvSpPr>
        <p:spPr>
          <a:xfrm>
            <a:off x="9981879" y="4179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</p:sp>
      <p:sp>
        <p:nvSpPr>
          <p:cNvPr id="383" name="Shape 381"/>
          <p:cNvSpPr/>
          <p:nvPr/>
        </p:nvSpPr>
        <p:spPr>
          <a:xfrm>
            <a:off x="10089879" y="4179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</p:sp>
      <p:sp>
        <p:nvSpPr>
          <p:cNvPr id="384" name="Shape 382"/>
          <p:cNvSpPr/>
          <p:nvPr/>
        </p:nvSpPr>
        <p:spPr>
          <a:xfrm>
            <a:off x="10197879" y="4179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</p:sp>
      <p:sp>
        <p:nvSpPr>
          <p:cNvPr id="385" name="Shape 383"/>
          <p:cNvSpPr/>
          <p:nvPr/>
        </p:nvSpPr>
        <p:spPr>
          <a:xfrm>
            <a:off x="10305879" y="4179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</p:sp>
      <p:sp>
        <p:nvSpPr>
          <p:cNvPr id="386" name="Shape 384"/>
          <p:cNvSpPr/>
          <p:nvPr/>
        </p:nvSpPr>
        <p:spPr>
          <a:xfrm>
            <a:off x="10413879" y="4179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</p:sp>
      <p:sp>
        <p:nvSpPr>
          <p:cNvPr id="387" name="Shape 385"/>
          <p:cNvSpPr/>
          <p:nvPr/>
        </p:nvSpPr>
        <p:spPr>
          <a:xfrm>
            <a:off x="10521879" y="4179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</p:sp>
      <p:sp>
        <p:nvSpPr>
          <p:cNvPr id="388" name="Shape 386"/>
          <p:cNvSpPr/>
          <p:nvPr/>
        </p:nvSpPr>
        <p:spPr>
          <a:xfrm>
            <a:off x="10629879" y="4179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</p:sp>
      <p:sp>
        <p:nvSpPr>
          <p:cNvPr id="389" name="Shape 387"/>
          <p:cNvSpPr/>
          <p:nvPr/>
        </p:nvSpPr>
        <p:spPr>
          <a:xfrm>
            <a:off x="10737879" y="4179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</p:sp>
      <p:sp>
        <p:nvSpPr>
          <p:cNvPr id="390" name="Shape 388"/>
          <p:cNvSpPr/>
          <p:nvPr/>
        </p:nvSpPr>
        <p:spPr>
          <a:xfrm>
            <a:off x="9765879" y="4287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</p:sp>
      <p:sp>
        <p:nvSpPr>
          <p:cNvPr id="391" name="Shape 389"/>
          <p:cNvSpPr/>
          <p:nvPr/>
        </p:nvSpPr>
        <p:spPr>
          <a:xfrm>
            <a:off x="9873879" y="4287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</p:sp>
      <p:sp>
        <p:nvSpPr>
          <p:cNvPr id="392" name="Shape 390"/>
          <p:cNvSpPr/>
          <p:nvPr/>
        </p:nvSpPr>
        <p:spPr>
          <a:xfrm>
            <a:off x="9981879" y="4287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</p:sp>
      <p:sp>
        <p:nvSpPr>
          <p:cNvPr id="393" name="Shape 391"/>
          <p:cNvSpPr/>
          <p:nvPr/>
        </p:nvSpPr>
        <p:spPr>
          <a:xfrm>
            <a:off x="10089879" y="4287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</p:sp>
      <p:sp>
        <p:nvSpPr>
          <p:cNvPr id="394" name="Shape 392"/>
          <p:cNvSpPr/>
          <p:nvPr/>
        </p:nvSpPr>
        <p:spPr>
          <a:xfrm>
            <a:off x="10197879" y="4287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</p:sp>
      <p:sp>
        <p:nvSpPr>
          <p:cNvPr id="395" name="Shape 393"/>
          <p:cNvSpPr/>
          <p:nvPr/>
        </p:nvSpPr>
        <p:spPr>
          <a:xfrm>
            <a:off x="10305879" y="4287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</p:sp>
      <p:sp>
        <p:nvSpPr>
          <p:cNvPr id="396" name="Shape 394"/>
          <p:cNvSpPr/>
          <p:nvPr/>
        </p:nvSpPr>
        <p:spPr>
          <a:xfrm>
            <a:off x="10413879" y="4287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</p:sp>
      <p:sp>
        <p:nvSpPr>
          <p:cNvPr id="397" name="Shape 395"/>
          <p:cNvSpPr/>
          <p:nvPr/>
        </p:nvSpPr>
        <p:spPr>
          <a:xfrm>
            <a:off x="10521879" y="4287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</p:sp>
      <p:sp>
        <p:nvSpPr>
          <p:cNvPr id="398" name="Shape 396"/>
          <p:cNvSpPr/>
          <p:nvPr/>
        </p:nvSpPr>
        <p:spPr>
          <a:xfrm>
            <a:off x="10629879" y="4287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</p:sp>
      <p:sp>
        <p:nvSpPr>
          <p:cNvPr id="399" name="Shape 397"/>
          <p:cNvSpPr/>
          <p:nvPr/>
        </p:nvSpPr>
        <p:spPr>
          <a:xfrm>
            <a:off x="10737879" y="4287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</p:sp>
      <p:sp>
        <p:nvSpPr>
          <p:cNvPr id="400" name="Shape 398"/>
          <p:cNvSpPr/>
          <p:nvPr/>
        </p:nvSpPr>
        <p:spPr>
          <a:xfrm>
            <a:off x="9765879" y="4395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</p:sp>
      <p:sp>
        <p:nvSpPr>
          <p:cNvPr id="401" name="Shape 399"/>
          <p:cNvSpPr/>
          <p:nvPr/>
        </p:nvSpPr>
        <p:spPr>
          <a:xfrm>
            <a:off x="9873879" y="4395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</p:sp>
      <p:sp>
        <p:nvSpPr>
          <p:cNvPr id="402" name="Shape 400"/>
          <p:cNvSpPr/>
          <p:nvPr/>
        </p:nvSpPr>
        <p:spPr>
          <a:xfrm>
            <a:off x="9981879" y="4395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</p:sp>
      <p:sp>
        <p:nvSpPr>
          <p:cNvPr id="403" name="Shape 401"/>
          <p:cNvSpPr/>
          <p:nvPr/>
        </p:nvSpPr>
        <p:spPr>
          <a:xfrm>
            <a:off x="10089879" y="4395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</p:sp>
      <p:sp>
        <p:nvSpPr>
          <p:cNvPr id="404" name="Shape 402"/>
          <p:cNvSpPr/>
          <p:nvPr/>
        </p:nvSpPr>
        <p:spPr>
          <a:xfrm>
            <a:off x="10197879" y="4395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</p:sp>
      <p:sp>
        <p:nvSpPr>
          <p:cNvPr id="405" name="Shape 403"/>
          <p:cNvSpPr/>
          <p:nvPr/>
        </p:nvSpPr>
        <p:spPr>
          <a:xfrm>
            <a:off x="10305879" y="4395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</p:sp>
      <p:sp>
        <p:nvSpPr>
          <p:cNvPr id="406" name="Shape 404"/>
          <p:cNvSpPr/>
          <p:nvPr/>
        </p:nvSpPr>
        <p:spPr>
          <a:xfrm>
            <a:off x="10413879" y="4395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</p:sp>
      <p:sp>
        <p:nvSpPr>
          <p:cNvPr id="407" name="Shape 405"/>
          <p:cNvSpPr/>
          <p:nvPr/>
        </p:nvSpPr>
        <p:spPr>
          <a:xfrm>
            <a:off x="10521879" y="4395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</p:sp>
      <p:sp>
        <p:nvSpPr>
          <p:cNvPr id="408" name="Shape 406"/>
          <p:cNvSpPr/>
          <p:nvPr/>
        </p:nvSpPr>
        <p:spPr>
          <a:xfrm>
            <a:off x="10629879" y="4395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</p:sp>
      <p:sp>
        <p:nvSpPr>
          <p:cNvPr id="409" name="Shape 407"/>
          <p:cNvSpPr/>
          <p:nvPr/>
        </p:nvSpPr>
        <p:spPr>
          <a:xfrm>
            <a:off x="10737879" y="4395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</p:sp>
      <p:sp>
        <p:nvSpPr>
          <p:cNvPr id="410" name="Shape 408"/>
          <p:cNvSpPr/>
          <p:nvPr/>
        </p:nvSpPr>
        <p:spPr>
          <a:xfrm>
            <a:off x="9765879" y="4503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</p:sp>
      <p:sp>
        <p:nvSpPr>
          <p:cNvPr id="411" name="Shape 409"/>
          <p:cNvSpPr/>
          <p:nvPr/>
        </p:nvSpPr>
        <p:spPr>
          <a:xfrm>
            <a:off x="9873879" y="4503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</p:sp>
      <p:sp>
        <p:nvSpPr>
          <p:cNvPr id="412" name="Shape 410"/>
          <p:cNvSpPr/>
          <p:nvPr/>
        </p:nvSpPr>
        <p:spPr>
          <a:xfrm>
            <a:off x="9981879" y="4503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</p:sp>
      <p:sp>
        <p:nvSpPr>
          <p:cNvPr id="413" name="Shape 411"/>
          <p:cNvSpPr/>
          <p:nvPr/>
        </p:nvSpPr>
        <p:spPr>
          <a:xfrm>
            <a:off x="10089879" y="4503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</p:sp>
      <p:sp>
        <p:nvSpPr>
          <p:cNvPr id="414" name="Shape 412"/>
          <p:cNvSpPr/>
          <p:nvPr/>
        </p:nvSpPr>
        <p:spPr>
          <a:xfrm>
            <a:off x="10197879" y="4503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</p:sp>
      <p:sp>
        <p:nvSpPr>
          <p:cNvPr id="415" name="Shape 413"/>
          <p:cNvSpPr/>
          <p:nvPr/>
        </p:nvSpPr>
        <p:spPr>
          <a:xfrm>
            <a:off x="10305879" y="4503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</p:sp>
      <p:sp>
        <p:nvSpPr>
          <p:cNvPr id="416" name="Shape 414"/>
          <p:cNvSpPr/>
          <p:nvPr/>
        </p:nvSpPr>
        <p:spPr>
          <a:xfrm>
            <a:off x="10413879" y="4503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</p:sp>
      <p:sp>
        <p:nvSpPr>
          <p:cNvPr id="417" name="Shape 415"/>
          <p:cNvSpPr/>
          <p:nvPr/>
        </p:nvSpPr>
        <p:spPr>
          <a:xfrm>
            <a:off x="10521879" y="4503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</p:sp>
      <p:sp>
        <p:nvSpPr>
          <p:cNvPr id="418" name="Shape 416"/>
          <p:cNvSpPr/>
          <p:nvPr/>
        </p:nvSpPr>
        <p:spPr>
          <a:xfrm>
            <a:off x="10629879" y="4503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</p:sp>
      <p:sp>
        <p:nvSpPr>
          <p:cNvPr id="419" name="Shape 417"/>
          <p:cNvSpPr/>
          <p:nvPr/>
        </p:nvSpPr>
        <p:spPr>
          <a:xfrm>
            <a:off x="10737879" y="4503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</p:sp>
      <p:sp>
        <p:nvSpPr>
          <p:cNvPr id="420" name="Text 418"/>
          <p:cNvSpPr/>
          <p:nvPr/>
        </p:nvSpPr>
        <p:spPr>
          <a:xfrm>
            <a:off x="8963735" y="4669164"/>
            <a:ext cx="2651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 6</a:t>
            </a:r>
            <a:endParaRPr lang="en-US" sz="900" dirty="0"/>
          </a:p>
        </p:txBody>
      </p:sp>
      <p:sp>
        <p:nvSpPr>
          <p:cNvPr id="421" name="TextBox 420"/>
          <p:cNvSpPr txBox="1"/>
          <p:nvPr/>
        </p:nvSpPr>
        <p:spPr>
          <a:xfrm>
            <a:off x="10015423" y="6565392"/>
            <a:ext cx="11887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50" b="0">
                <a:solidFill>
                  <a:srgbClr val="8A7B6B"/>
                </a:solidFill>
                <a:latin typeface="Yu Gothic"/>
              </a:rPr>
              <a:t>PPTX・HTML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320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スライド型カタログ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043623" y="4114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76072" y="784555"/>
            <a:ext cx="11039551" cy="0"/>
          </a:xfrm>
          <a:prstGeom prst="line">
            <a:avLst/>
          </a:prstGeom>
          <a:noFill/>
          <a:ln w="13970">
            <a:solidFill>
              <a:srgbClr val="32201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76072" y="2869200"/>
            <a:ext cx="7920000" cy="23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300" kern="0" dirty="0">
                <a:solidFill>
                  <a:srgbClr val="5A3921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D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76072" y="3337200"/>
            <a:ext cx="7920000" cy="46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構造で通す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76072" y="3949200"/>
            <a:ext cx="7920000" cy="288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A392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データがない主張を構造で説明する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76072" y="6245352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576072" y="6483096"/>
            <a:ext cx="11039551" cy="0"/>
          </a:xfrm>
          <a:prstGeom prst="line">
            <a:avLst/>
          </a:prstGeom>
          <a:noFill/>
          <a:ln w="8890">
            <a:solidFill>
              <a:srgbClr val="E2DCD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6072" y="65653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スライド型カタログ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1249863" y="65653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40</a:t>
            </a:r>
            <a:endParaRPr lang="en-US" sz="7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320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スライド型カタログ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043623" y="4114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パーツ11｜主張パネル＋図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76072" y="784555"/>
            <a:ext cx="11039551" cy="0"/>
          </a:xfrm>
          <a:prstGeom prst="line">
            <a:avLst/>
          </a:prstGeom>
          <a:noFill/>
          <a:ln w="13970">
            <a:solidFill>
              <a:srgbClr val="322014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76072" y="914400"/>
            <a:ext cx="1103955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主張パネル＋図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76072" y="6245352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出典：Source 1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76072" y="6483096"/>
            <a:ext cx="11039551" cy="0"/>
          </a:xfrm>
          <a:prstGeom prst="line">
            <a:avLst/>
          </a:prstGeom>
          <a:noFill/>
          <a:ln w="8890">
            <a:solidFill>
              <a:srgbClr val="E2DCD2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76072" y="65653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スライド型カタログ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249863" y="65653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41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576072" y="1572768"/>
            <a:ext cx="2232000" cy="4599432"/>
          </a:xfrm>
          <a:prstGeom prst="rect">
            <a:avLst/>
          </a:prstGeom>
          <a:solidFill>
            <a:srgbClr val="322014"/>
          </a:solidFill>
          <a:ln/>
        </p:spPr>
      </p:sp>
      <p:sp>
        <p:nvSpPr>
          <p:cNvPr id="11" name="Text 9"/>
          <p:cNvSpPr/>
          <p:nvPr/>
        </p:nvSpPr>
        <p:spPr>
          <a:xfrm>
            <a:off x="792072" y="1788768"/>
            <a:ext cx="1800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C5A681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2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792072" y="2209392"/>
            <a:ext cx="1800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E2DCD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 1（区分名）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792072" y="4676040"/>
            <a:ext cx="1800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Text 1（この1枚の主張を1文で）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096072" y="1609344"/>
            <a:ext cx="669075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指標名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9786823" y="160934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単位、YYYY〜YYYY年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096072" y="1883664"/>
            <a:ext cx="8519551" cy="0"/>
          </a:xfrm>
          <a:prstGeom prst="line">
            <a:avLst/>
          </a:prstGeom>
          <a:noFill/>
          <a:ln w="17780">
            <a:solidFill>
              <a:srgbClr val="322014"/>
            </a:solidFill>
            <a:prstDash val="solid"/>
          </a:ln>
        </p:spPr>
      </p:sp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096072" y="1993392"/>
          <a:ext cx="8519551" cy="914400"/>
        </p:xfrm>
        <a:graphic>
          <a:graphicData uri="http://schemas.openxmlformats.org/drawingml/2006/table">
            <a:tbl>
              <a:tblPr/>
              <a:tblGrid>
                <a:gridCol w="1440000"/>
                <a:gridCol w="1152000"/>
                <a:gridCol w="5927551"/>
              </a:tblGrid>
              <a:tr h="13929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A3921"/>
                          </a:solidFill>
                          <a:latin typeface="Yu Mincho Demibold" pitchFamily="34" charset="0"/>
                          <a:ea typeface="Yu Mincho Demibold" pitchFamily="34" charset="-122"/>
                          <a:cs typeface="Yu Mincho Demibold" pitchFamily="34" charset="-120"/>
                        </a:rPr>
                        <a:t>ラベル 7</a:t>
                      </a:r>
                      <a:endParaRPr lang="en-US" sz="1100" dirty="0">
                        <a:latin typeface="Yu Mincho Demibold" charset="0"/>
                        <a:ea typeface="Yu Mincho Demibold" charset="0"/>
                        <a:cs typeface="Yu Mincho Demibold" charset="0"/>
                      </a:endParaRPr>
                    </a:p>
                  </a:txBody>
                  <a:tcPr marL="91440" marR="91440" marT="54864" marB="54864" anchor="ctr">
                    <a:lnL w="0" cap="flat" cmpd="sng" algn="ctr">
                      <a:noFill/>
                    </a:lnL>
                    <a:lnR w="17780" cap="flat" cmpd="sng" algn="ctr">
                      <a:solidFill>
                        <a:srgbClr val="3220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ラベル 8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Text 1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929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A3921"/>
                          </a:solidFill>
                          <a:latin typeface="Yu Mincho Demibold" pitchFamily="34" charset="0"/>
                          <a:ea typeface="Yu Mincho Demibold" pitchFamily="34" charset="-122"/>
                          <a:cs typeface="Yu Mincho Demibold" pitchFamily="34" charset="-120"/>
                        </a:rPr>
                        <a:t>ラベル 9</a:t>
                      </a:r>
                      <a:endParaRPr lang="en-US" sz="1100" dirty="0">
                        <a:latin typeface="Yu Mincho Demibold" charset="0"/>
                        <a:ea typeface="Yu Mincho Demibold" charset="0"/>
                        <a:cs typeface="Yu Mincho Demibold" charset="0"/>
                      </a:endParaRPr>
                    </a:p>
                  </a:txBody>
                  <a:tcPr marL="91440" marR="91440" marT="54864" marB="54864" anchor="ctr">
                    <a:lnL w="0" cap="flat" cmpd="sng" algn="ctr">
                      <a:noFill/>
                    </a:lnL>
                    <a:lnR w="17780" cap="flat" cmpd="sng" algn="ctr">
                      <a:solidFill>
                        <a:srgbClr val="3220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ラベル 10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Text 2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929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A3921"/>
                          </a:solidFill>
                          <a:latin typeface="Yu Mincho Demibold" pitchFamily="34" charset="0"/>
                          <a:ea typeface="Yu Mincho Demibold" pitchFamily="34" charset="-122"/>
                          <a:cs typeface="Yu Mincho Demibold" pitchFamily="34" charset="-120"/>
                        </a:rPr>
                        <a:t>ラベル 11</a:t>
                      </a:r>
                      <a:endParaRPr lang="en-US" sz="1100" dirty="0">
                        <a:latin typeface="Yu Mincho Demibold" charset="0"/>
                        <a:ea typeface="Yu Mincho Demibold" charset="0"/>
                        <a:cs typeface="Yu Mincho Demibold" charset="0"/>
                      </a:endParaRPr>
                    </a:p>
                  </a:txBody>
                  <a:tcPr marL="91440" marR="91440" marT="54864" marB="54864" anchor="ctr">
                    <a:lnL w="0" cap="flat" cmpd="sng" algn="ctr">
                      <a:noFill/>
                    </a:lnL>
                    <a:lnR w="17780" cap="flat" cmpd="sng" algn="ctr">
                      <a:solidFill>
                        <a:srgbClr val="3220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ラベル 12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Text 3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43" name="TextBox 42"/>
          <p:cNvSpPr txBox="1"/>
          <p:nvPr/>
        </p:nvSpPr>
        <p:spPr>
          <a:xfrm>
            <a:off x="10015423" y="6565392"/>
            <a:ext cx="11887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50" b="0">
                <a:solidFill>
                  <a:srgbClr val="8A7B6B"/>
                </a:solidFill>
                <a:latin typeface="Yu Gothic"/>
              </a:rPr>
              <a:t>PPTX・HTML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320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スライド型カタログ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043623" y="4114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16  PROCESS_MATRIX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76072" y="784555"/>
            <a:ext cx="11039551" cy="0"/>
          </a:xfrm>
          <a:prstGeom prst="line">
            <a:avLst/>
          </a:prstGeom>
          <a:noFill/>
          <a:ln w="13970">
            <a:solidFill>
              <a:srgbClr val="322014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76072" y="914400"/>
            <a:ext cx="1103955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プロセス×観点の行列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76072" y="6245352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出典：Source 1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76072" y="6483096"/>
            <a:ext cx="11039551" cy="0"/>
          </a:xfrm>
          <a:prstGeom prst="line">
            <a:avLst/>
          </a:prstGeom>
          <a:noFill/>
          <a:ln w="8890">
            <a:solidFill>
              <a:srgbClr val="E2DCD2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76072" y="65653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スライド型カタログ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249863" y="65653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42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76072" y="2116836"/>
            <a:ext cx="219456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行の軸名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2770632" y="2116836"/>
            <a:ext cx="2820314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列見出し1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70632" y="2446020"/>
            <a:ext cx="2820314" cy="0"/>
          </a:xfrm>
          <a:prstGeom prst="line">
            <a:avLst/>
          </a:prstGeom>
          <a:noFill/>
          <a:ln w="17780">
            <a:solidFill>
              <a:srgbClr val="32201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18962" y="2116836"/>
            <a:ext cx="2820314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列見出し2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718962" y="2446020"/>
            <a:ext cx="2820314" cy="0"/>
          </a:xfrm>
          <a:prstGeom prst="line">
            <a:avLst/>
          </a:prstGeom>
          <a:noFill/>
          <a:ln w="17780">
            <a:solidFill>
              <a:srgbClr val="32201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67293" y="2116836"/>
            <a:ext cx="2820314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列見出し3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667293" y="2446020"/>
            <a:ext cx="2820314" cy="0"/>
          </a:xfrm>
          <a:prstGeom prst="line">
            <a:avLst/>
          </a:prstGeom>
          <a:noFill/>
          <a:ln w="17780">
            <a:solidFill>
              <a:srgbClr val="32201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6072" y="2802636"/>
            <a:ext cx="2103120" cy="777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行見出し1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770632" y="2619756"/>
            <a:ext cx="2820314" cy="886968"/>
          </a:xfrm>
          <a:prstGeom prst="rect">
            <a:avLst/>
          </a:prstGeom>
          <a:solidFill>
            <a:srgbClr val="EFEEE8"/>
          </a:solidFill>
          <a:ln/>
        </p:spPr>
      </p:sp>
      <p:sp>
        <p:nvSpPr>
          <p:cNvPr id="19" name="Text 17"/>
          <p:cNvSpPr/>
          <p:nvPr/>
        </p:nvSpPr>
        <p:spPr>
          <a:xfrm>
            <a:off x="2935224" y="2766060"/>
            <a:ext cx="249113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値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718962" y="2619756"/>
            <a:ext cx="2820314" cy="886968"/>
          </a:xfrm>
          <a:prstGeom prst="rect">
            <a:avLst/>
          </a:prstGeom>
          <a:solidFill>
            <a:srgbClr val="EFEEE8"/>
          </a:solidFill>
          <a:ln/>
        </p:spPr>
      </p:sp>
      <p:sp>
        <p:nvSpPr>
          <p:cNvPr id="21" name="Text 19"/>
          <p:cNvSpPr/>
          <p:nvPr/>
        </p:nvSpPr>
        <p:spPr>
          <a:xfrm>
            <a:off x="5883554" y="2766060"/>
            <a:ext cx="249113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値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76072" y="3854196"/>
            <a:ext cx="2103120" cy="777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行見出し2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770632" y="3671316"/>
            <a:ext cx="2820314" cy="886968"/>
          </a:xfrm>
          <a:prstGeom prst="rect">
            <a:avLst/>
          </a:prstGeom>
          <a:solidFill>
            <a:srgbClr val="EFEEE8"/>
          </a:solidFill>
          <a:ln/>
        </p:spPr>
      </p:sp>
      <p:sp>
        <p:nvSpPr>
          <p:cNvPr id="24" name="Text 22"/>
          <p:cNvSpPr/>
          <p:nvPr/>
        </p:nvSpPr>
        <p:spPr>
          <a:xfrm>
            <a:off x="2935224" y="3817620"/>
            <a:ext cx="249113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値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718962" y="3671316"/>
            <a:ext cx="2820314" cy="886968"/>
          </a:xfrm>
          <a:prstGeom prst="rect">
            <a:avLst/>
          </a:prstGeom>
          <a:solidFill>
            <a:srgbClr val="EFEEE8"/>
          </a:solidFill>
          <a:ln/>
        </p:spPr>
      </p:sp>
      <p:sp>
        <p:nvSpPr>
          <p:cNvPr id="26" name="Text 24"/>
          <p:cNvSpPr/>
          <p:nvPr/>
        </p:nvSpPr>
        <p:spPr>
          <a:xfrm>
            <a:off x="5883554" y="3817620"/>
            <a:ext cx="249113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値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76072" y="4905756"/>
            <a:ext cx="2103120" cy="777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行見出し3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770632" y="4722876"/>
            <a:ext cx="2820314" cy="886968"/>
          </a:xfrm>
          <a:prstGeom prst="rect">
            <a:avLst/>
          </a:prstGeom>
          <a:solidFill>
            <a:srgbClr val="EFEEE8"/>
          </a:solidFill>
          <a:ln/>
        </p:spPr>
      </p:sp>
      <p:sp>
        <p:nvSpPr>
          <p:cNvPr id="29" name="Text 27"/>
          <p:cNvSpPr/>
          <p:nvPr/>
        </p:nvSpPr>
        <p:spPr>
          <a:xfrm>
            <a:off x="2935224" y="4869180"/>
            <a:ext cx="249113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値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5718962" y="4722876"/>
            <a:ext cx="2820314" cy="886968"/>
          </a:xfrm>
          <a:prstGeom prst="rect">
            <a:avLst/>
          </a:prstGeom>
          <a:solidFill>
            <a:srgbClr val="EFEEE8"/>
          </a:solidFill>
          <a:ln/>
        </p:spPr>
      </p:sp>
      <p:sp>
        <p:nvSpPr>
          <p:cNvPr id="31" name="Text 29"/>
          <p:cNvSpPr/>
          <p:nvPr/>
        </p:nvSpPr>
        <p:spPr>
          <a:xfrm>
            <a:off x="5883554" y="4869180"/>
            <a:ext cx="249113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値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8667293" y="4722876"/>
            <a:ext cx="2820314" cy="886968"/>
          </a:xfrm>
          <a:prstGeom prst="rect">
            <a:avLst/>
          </a:prstGeom>
          <a:solidFill>
            <a:srgbClr val="EFEEE8"/>
          </a:solidFill>
          <a:ln/>
        </p:spPr>
      </p:sp>
      <p:sp>
        <p:nvSpPr>
          <p:cNvPr id="33" name="Text 31"/>
          <p:cNvSpPr/>
          <p:nvPr/>
        </p:nvSpPr>
        <p:spPr>
          <a:xfrm>
            <a:off x="8831885" y="4869180"/>
            <a:ext cx="249113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値</a:t>
            </a:r>
            <a:endParaRPr lang="en-US" sz="1150" dirty="0"/>
          </a:p>
        </p:txBody>
      </p:sp>
      <p:sp>
        <p:nvSpPr>
          <p:cNvPr id="34" name="TextBox 33"/>
          <p:cNvSpPr txBox="1"/>
          <p:nvPr/>
        </p:nvSpPr>
        <p:spPr>
          <a:xfrm>
            <a:off x="10015423" y="6565392"/>
            <a:ext cx="11887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50" b="0">
                <a:solidFill>
                  <a:srgbClr val="8A7B6B"/>
                </a:solidFill>
                <a:latin typeface="Yu Gothic"/>
              </a:rPr>
              <a:t>PPTX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320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スライド型カタログ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043623" y="4114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17  NESTED_ROW_MATRIX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76072" y="784555"/>
            <a:ext cx="11039551" cy="0"/>
          </a:xfrm>
          <a:prstGeom prst="line">
            <a:avLst/>
          </a:prstGeom>
          <a:noFill/>
          <a:ln w="13970">
            <a:solidFill>
              <a:srgbClr val="322014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76072" y="914400"/>
            <a:ext cx="1103955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入れ子行の行列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76072" y="6245352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出典：Source 1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76072" y="6483096"/>
            <a:ext cx="11039551" cy="0"/>
          </a:xfrm>
          <a:prstGeom prst="line">
            <a:avLst/>
          </a:prstGeom>
          <a:noFill/>
          <a:ln w="8890">
            <a:solidFill>
              <a:srgbClr val="E2DCD2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76072" y="65653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スライド型カタログ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249863" y="65653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43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76072" y="1847088"/>
            <a:ext cx="210312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大分類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2679192" y="1847088"/>
            <a:ext cx="237744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小分類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239512" y="1847088"/>
            <a:ext cx="6376111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内容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76072" y="2176272"/>
            <a:ext cx="11039551" cy="0"/>
          </a:xfrm>
          <a:prstGeom prst="line">
            <a:avLst/>
          </a:prstGeom>
          <a:noFill/>
          <a:ln w="15240">
            <a:solidFill>
              <a:srgbClr val="32201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76072" y="2286000"/>
            <a:ext cx="0" cy="2236622"/>
          </a:xfrm>
          <a:prstGeom prst="line">
            <a:avLst/>
          </a:prstGeom>
          <a:noFill/>
          <a:ln w="25400">
            <a:solidFill>
              <a:srgbClr val="32201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4088" y="2286000"/>
            <a:ext cx="1883664" cy="223662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ラベル1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2679192" y="2304288"/>
            <a:ext cx="2194560" cy="641909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239512" y="2322576"/>
            <a:ext cx="6376111" cy="568757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marL="152400" indent="-152400">
              <a:buSzPct val="100000"/>
              <a:buChar char="•"/>
            </a:pPr>
            <a:r>
              <a:rPr lang="en-US" sz="11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1</a:t>
            </a:r>
            <a:endParaRPr lang="en-US" sz="1150" dirty="0"/>
          </a:p>
          <a:p>
            <a:pPr algn="l" marL="152400" indent="-152400">
              <a:buSzPct val="100000"/>
              <a:buChar char="•"/>
            </a:pPr>
            <a:r>
              <a:rPr lang="en-US" sz="11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2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679192" y="3019349"/>
            <a:ext cx="8936431" cy="0"/>
          </a:xfrm>
          <a:prstGeom prst="line">
            <a:avLst/>
          </a:prstGeom>
          <a:noFill/>
          <a:ln w="7620">
            <a:solidFill>
              <a:srgbClr val="E2DCD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679192" y="3092501"/>
            <a:ext cx="2194560" cy="641909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239512" y="3110789"/>
            <a:ext cx="6376111" cy="568757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marL="152400" indent="-152400">
              <a:buSzPct val="100000"/>
              <a:buChar char="•"/>
            </a:pPr>
            <a:r>
              <a:rPr lang="en-US" sz="11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3</a:t>
            </a:r>
            <a:endParaRPr lang="en-US" sz="1150" dirty="0"/>
          </a:p>
          <a:p>
            <a:pPr algn="l" marL="152400" indent="-152400">
              <a:buSzPct val="100000"/>
              <a:buChar char="•"/>
            </a:pPr>
            <a:r>
              <a:rPr lang="en-US" sz="11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4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2679192" y="3807562"/>
            <a:ext cx="8936431" cy="0"/>
          </a:xfrm>
          <a:prstGeom prst="line">
            <a:avLst/>
          </a:prstGeom>
          <a:noFill/>
          <a:ln w="7620">
            <a:solidFill>
              <a:srgbClr val="E2DCD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79192" y="3880714"/>
            <a:ext cx="2194560" cy="641909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239512" y="3899002"/>
            <a:ext cx="6376111" cy="568757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marL="152400" indent="-152400">
              <a:buSzPct val="100000"/>
              <a:buChar char="•"/>
            </a:pPr>
            <a:r>
              <a:rPr lang="en-US" sz="11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5</a:t>
            </a:r>
            <a:endParaRPr lang="en-US" sz="1150" dirty="0"/>
          </a:p>
          <a:p>
            <a:pPr algn="l" marL="152400" indent="-152400">
              <a:buSzPct val="100000"/>
              <a:buChar char="•"/>
            </a:pPr>
            <a:r>
              <a:rPr lang="en-US" sz="11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6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76072" y="4650638"/>
            <a:ext cx="0" cy="1448410"/>
          </a:xfrm>
          <a:prstGeom prst="line">
            <a:avLst/>
          </a:prstGeom>
          <a:noFill/>
          <a:ln w="25400">
            <a:solidFill>
              <a:srgbClr val="32201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04088" y="4650638"/>
            <a:ext cx="1883664" cy="144841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ラベル5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576072" y="4595774"/>
            <a:ext cx="11039551" cy="0"/>
          </a:xfrm>
          <a:prstGeom prst="line">
            <a:avLst/>
          </a:prstGeom>
          <a:noFill/>
          <a:ln w="11430">
            <a:solidFill>
              <a:srgbClr val="8A7B6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679192" y="4668926"/>
            <a:ext cx="2194560" cy="641909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ラベル6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239512" y="4687214"/>
            <a:ext cx="6376111" cy="568757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marL="152400" indent="-152400">
              <a:buSzPct val="100000"/>
              <a:buChar char="•"/>
            </a:pPr>
            <a:r>
              <a:rPr lang="en-US" sz="11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7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2679192" y="5383987"/>
            <a:ext cx="8936431" cy="0"/>
          </a:xfrm>
          <a:prstGeom prst="line">
            <a:avLst/>
          </a:prstGeom>
          <a:noFill/>
          <a:ln w="7620">
            <a:solidFill>
              <a:srgbClr val="E2DCD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79192" y="5457139"/>
            <a:ext cx="2194560" cy="641909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ラベル7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239512" y="5475427"/>
            <a:ext cx="6376111" cy="568757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marL="152400" indent="-152400">
              <a:buSzPct val="100000"/>
              <a:buChar char="•"/>
            </a:pPr>
            <a:r>
              <a:rPr lang="en-US" sz="11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8</a:t>
            </a:r>
            <a:endParaRPr lang="en-US" sz="1150" dirty="0"/>
          </a:p>
        </p:txBody>
      </p:sp>
      <p:sp>
        <p:nvSpPr>
          <p:cNvPr id="32" name="TextBox 31"/>
          <p:cNvSpPr txBox="1"/>
          <p:nvPr/>
        </p:nvSpPr>
        <p:spPr>
          <a:xfrm>
            <a:off x="10015423" y="6565392"/>
            <a:ext cx="11887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50" b="0">
                <a:solidFill>
                  <a:srgbClr val="8A7B6B"/>
                </a:solidFill>
                <a:latin typeface="Yu Gothic"/>
              </a:rPr>
              <a:t>PPTX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320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スライド型カタログ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043623" y="4114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18  TIMELINE_MATRIX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76072" y="784555"/>
            <a:ext cx="11039551" cy="0"/>
          </a:xfrm>
          <a:prstGeom prst="line">
            <a:avLst/>
          </a:prstGeom>
          <a:noFill/>
          <a:ln w="13970">
            <a:solidFill>
              <a:srgbClr val="322014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76072" y="914400"/>
            <a:ext cx="1103955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時系列マトリクス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76072" y="6245352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出典：Source 1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76072" y="6483096"/>
            <a:ext cx="11039551" cy="0"/>
          </a:xfrm>
          <a:prstGeom prst="line">
            <a:avLst/>
          </a:prstGeom>
          <a:noFill/>
          <a:ln w="8890">
            <a:solidFill>
              <a:srgbClr val="E2DCD2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76072" y="65653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スライド型カタログ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249863" y="65653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44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76072" y="2258568"/>
            <a:ext cx="182880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段階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76072" y="2587752"/>
            <a:ext cx="1645920" cy="0"/>
          </a:xfrm>
          <a:prstGeom prst="line">
            <a:avLst/>
          </a:prstGeom>
          <a:noFill/>
          <a:ln w="17780">
            <a:solidFill>
              <a:srgbClr val="32201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04872" y="2258568"/>
            <a:ext cx="288737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列見出し1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404872" y="2587752"/>
            <a:ext cx="2887370" cy="0"/>
          </a:xfrm>
          <a:prstGeom prst="line">
            <a:avLst/>
          </a:prstGeom>
          <a:noFill/>
          <a:ln w="17780">
            <a:solidFill>
              <a:srgbClr val="32201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75122" y="2258568"/>
            <a:ext cx="288737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列見出し2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75122" y="2587752"/>
            <a:ext cx="2887370" cy="0"/>
          </a:xfrm>
          <a:prstGeom prst="line">
            <a:avLst/>
          </a:prstGeom>
          <a:noFill/>
          <a:ln w="17780">
            <a:solidFill>
              <a:srgbClr val="32201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45373" y="2258568"/>
            <a:ext cx="288737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列見出し3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545373" y="2587752"/>
            <a:ext cx="2887370" cy="0"/>
          </a:xfrm>
          <a:prstGeom prst="line">
            <a:avLst/>
          </a:prstGeom>
          <a:noFill/>
          <a:ln w="17780">
            <a:solidFill>
              <a:srgbClr val="32201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6072" y="2871216"/>
            <a:ext cx="164592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A392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期間1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404872" y="2871216"/>
            <a:ext cx="288737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値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75122" y="2871216"/>
            <a:ext cx="288737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値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545373" y="2871216"/>
            <a:ext cx="288737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値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76072" y="3639312"/>
            <a:ext cx="11039551" cy="0"/>
          </a:xfrm>
          <a:prstGeom prst="line">
            <a:avLst/>
          </a:prstGeom>
          <a:noFill/>
          <a:ln w="6350">
            <a:solidFill>
              <a:srgbClr val="E2DCD2"/>
            </a:solidFill>
            <a:prstDash val="dash"/>
          </a:ln>
        </p:spPr>
      </p:sp>
      <p:sp>
        <p:nvSpPr>
          <p:cNvPr id="23" name="Text 21"/>
          <p:cNvSpPr/>
          <p:nvPr/>
        </p:nvSpPr>
        <p:spPr>
          <a:xfrm>
            <a:off x="576072" y="3785616"/>
            <a:ext cx="164592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A392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期間2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404872" y="3785616"/>
            <a:ext cx="288737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値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75122" y="3785616"/>
            <a:ext cx="288737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値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545373" y="3785616"/>
            <a:ext cx="288737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値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76072" y="4553712"/>
            <a:ext cx="11039551" cy="0"/>
          </a:xfrm>
          <a:prstGeom prst="line">
            <a:avLst/>
          </a:prstGeom>
          <a:noFill/>
          <a:ln w="6350">
            <a:solidFill>
              <a:srgbClr val="E2DCD2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576072" y="4700016"/>
            <a:ext cx="164592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A392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期間3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2404872" y="4700016"/>
            <a:ext cx="288737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値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475122" y="4700016"/>
            <a:ext cx="288737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値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545373" y="4700016"/>
            <a:ext cx="288737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値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76072" y="5468112"/>
            <a:ext cx="11039551" cy="0"/>
          </a:xfrm>
          <a:prstGeom prst="line">
            <a:avLst/>
          </a:prstGeom>
          <a:noFill/>
          <a:ln w="6350">
            <a:solidFill>
              <a:srgbClr val="E2DCD2"/>
            </a:solidFill>
            <a:prstDash val="dash"/>
          </a:ln>
        </p:spPr>
      </p:sp>
      <p:sp>
        <p:nvSpPr>
          <p:cNvPr id="33" name="TextBox 32"/>
          <p:cNvSpPr txBox="1"/>
          <p:nvPr/>
        </p:nvSpPr>
        <p:spPr>
          <a:xfrm>
            <a:off x="10015423" y="6565392"/>
            <a:ext cx="11887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50" b="0">
                <a:solidFill>
                  <a:srgbClr val="8A7B6B"/>
                </a:solidFill>
                <a:latin typeface="Yu Gothic"/>
              </a:rPr>
              <a:t>PPTX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320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スライド型カタログ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043623" y="4114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25  ISSUE_TREE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76072" y="784555"/>
            <a:ext cx="11039551" cy="0"/>
          </a:xfrm>
          <a:prstGeom prst="line">
            <a:avLst/>
          </a:prstGeom>
          <a:noFill/>
          <a:ln w="13970">
            <a:solidFill>
              <a:srgbClr val="322014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76072" y="914400"/>
            <a:ext cx="1103955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イシューツリー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76072" y="6245352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出典：Source 1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76072" y="6483096"/>
            <a:ext cx="11039551" cy="0"/>
          </a:xfrm>
          <a:prstGeom prst="line">
            <a:avLst/>
          </a:prstGeom>
          <a:noFill/>
          <a:ln w="8890">
            <a:solidFill>
              <a:srgbClr val="E2DCD2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76072" y="65653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スライド型カタログ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249863" y="65653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45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576072" y="3584448"/>
            <a:ext cx="2286000" cy="1005840"/>
          </a:xfrm>
          <a:prstGeom prst="rect">
            <a:avLst/>
          </a:prstGeom>
          <a:solidFill>
            <a:srgbClr val="322014"/>
          </a:solidFill>
          <a:ln/>
        </p:spPr>
      </p:sp>
      <p:sp>
        <p:nvSpPr>
          <p:cNvPr id="11" name="Text 9"/>
          <p:cNvSpPr/>
          <p:nvPr/>
        </p:nvSpPr>
        <p:spPr>
          <a:xfrm>
            <a:off x="758952" y="3675888"/>
            <a:ext cx="1920240" cy="822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分解したいイシュー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862072" y="4087368"/>
            <a:ext cx="320040" cy="0"/>
          </a:xfrm>
          <a:prstGeom prst="line">
            <a:avLst/>
          </a:prstGeom>
          <a:noFill/>
          <a:ln w="12700">
            <a:solidFill>
              <a:srgbClr val="E2DCD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182112" y="2703576"/>
            <a:ext cx="0" cy="2767584"/>
          </a:xfrm>
          <a:prstGeom prst="line">
            <a:avLst/>
          </a:prstGeom>
          <a:noFill/>
          <a:ln w="12700">
            <a:solidFill>
              <a:srgbClr val="E2DCD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182112" y="2703576"/>
            <a:ext cx="320040" cy="0"/>
          </a:xfrm>
          <a:prstGeom prst="line">
            <a:avLst/>
          </a:prstGeom>
          <a:noFill/>
          <a:ln w="12700">
            <a:solidFill>
              <a:srgbClr val="E2DCD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502152" y="2429256"/>
            <a:ext cx="2743200" cy="548640"/>
          </a:xfrm>
          <a:prstGeom prst="rect">
            <a:avLst/>
          </a:prstGeom>
          <a:solidFill>
            <a:srgbClr val="EFEEE8"/>
          </a:solidFill>
          <a:ln/>
        </p:spPr>
      </p:sp>
      <p:sp>
        <p:nvSpPr>
          <p:cNvPr id="16" name="Text 14"/>
          <p:cNvSpPr/>
          <p:nvPr/>
        </p:nvSpPr>
        <p:spPr>
          <a:xfrm>
            <a:off x="3639312" y="2484120"/>
            <a:ext cx="2468880" cy="438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サブイシュー1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245352" y="2703576"/>
            <a:ext cx="320040" cy="0"/>
          </a:xfrm>
          <a:prstGeom prst="line">
            <a:avLst/>
          </a:prstGeom>
          <a:noFill/>
          <a:ln w="12700">
            <a:solidFill>
              <a:srgbClr val="E2DCD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65392" y="2415540"/>
            <a:ext cx="0" cy="576072"/>
          </a:xfrm>
          <a:prstGeom prst="line">
            <a:avLst/>
          </a:prstGeom>
          <a:noFill/>
          <a:ln w="12700">
            <a:solidFill>
              <a:srgbClr val="E2DCD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65392" y="2415540"/>
            <a:ext cx="320040" cy="0"/>
          </a:xfrm>
          <a:prstGeom prst="line">
            <a:avLst/>
          </a:prstGeom>
          <a:noFill/>
          <a:ln w="12700">
            <a:solidFill>
              <a:srgbClr val="E2DCD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31152" y="2246376"/>
            <a:ext cx="4638751" cy="3383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論点1-1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565392" y="2991612"/>
            <a:ext cx="320040" cy="0"/>
          </a:xfrm>
          <a:prstGeom prst="line">
            <a:avLst/>
          </a:prstGeom>
          <a:noFill/>
          <a:ln w="12700">
            <a:solidFill>
              <a:srgbClr val="E2DCD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31152" y="2822448"/>
            <a:ext cx="4638751" cy="3383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論点1-2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3182112" y="4087368"/>
            <a:ext cx="320040" cy="0"/>
          </a:xfrm>
          <a:prstGeom prst="line">
            <a:avLst/>
          </a:prstGeom>
          <a:noFill/>
          <a:ln w="12700">
            <a:solidFill>
              <a:srgbClr val="E2DCD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502152" y="3813048"/>
            <a:ext cx="2743200" cy="548640"/>
          </a:xfrm>
          <a:prstGeom prst="rect">
            <a:avLst/>
          </a:prstGeom>
          <a:solidFill>
            <a:srgbClr val="EFEEE8"/>
          </a:solidFill>
          <a:ln/>
        </p:spPr>
      </p:sp>
      <p:sp>
        <p:nvSpPr>
          <p:cNvPr id="25" name="Text 23"/>
          <p:cNvSpPr/>
          <p:nvPr/>
        </p:nvSpPr>
        <p:spPr>
          <a:xfrm>
            <a:off x="3639312" y="3867912"/>
            <a:ext cx="2468880" cy="438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サブイシュー2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245352" y="4087368"/>
            <a:ext cx="320040" cy="0"/>
          </a:xfrm>
          <a:prstGeom prst="line">
            <a:avLst/>
          </a:prstGeom>
          <a:noFill/>
          <a:ln w="12700">
            <a:solidFill>
              <a:srgbClr val="E2DCD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565392" y="3799332"/>
            <a:ext cx="0" cy="576072"/>
          </a:xfrm>
          <a:prstGeom prst="line">
            <a:avLst/>
          </a:prstGeom>
          <a:noFill/>
          <a:ln w="12700">
            <a:solidFill>
              <a:srgbClr val="E2DCD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565392" y="3799332"/>
            <a:ext cx="320040" cy="0"/>
          </a:xfrm>
          <a:prstGeom prst="line">
            <a:avLst/>
          </a:prstGeom>
          <a:noFill/>
          <a:ln w="12700">
            <a:solidFill>
              <a:srgbClr val="E2DCD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931152" y="3630168"/>
            <a:ext cx="4638751" cy="3383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論点2-1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565392" y="4375404"/>
            <a:ext cx="320040" cy="0"/>
          </a:xfrm>
          <a:prstGeom prst="line">
            <a:avLst/>
          </a:prstGeom>
          <a:noFill/>
          <a:ln w="12700">
            <a:solidFill>
              <a:srgbClr val="E2DCD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931152" y="4206240"/>
            <a:ext cx="4638751" cy="3383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論点2-2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3182112" y="5471160"/>
            <a:ext cx="320040" cy="0"/>
          </a:xfrm>
          <a:prstGeom prst="line">
            <a:avLst/>
          </a:prstGeom>
          <a:noFill/>
          <a:ln w="12700">
            <a:solidFill>
              <a:srgbClr val="E2DCD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502152" y="5196840"/>
            <a:ext cx="2743200" cy="548640"/>
          </a:xfrm>
          <a:prstGeom prst="rect">
            <a:avLst/>
          </a:prstGeom>
          <a:solidFill>
            <a:srgbClr val="EFEEE8"/>
          </a:solidFill>
          <a:ln/>
        </p:spPr>
      </p:sp>
      <p:sp>
        <p:nvSpPr>
          <p:cNvPr id="34" name="Text 32"/>
          <p:cNvSpPr/>
          <p:nvPr/>
        </p:nvSpPr>
        <p:spPr>
          <a:xfrm>
            <a:off x="3639312" y="5251704"/>
            <a:ext cx="2468880" cy="438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サブイシュー3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245352" y="5471160"/>
            <a:ext cx="320040" cy="0"/>
          </a:xfrm>
          <a:prstGeom prst="line">
            <a:avLst/>
          </a:prstGeom>
          <a:noFill/>
          <a:ln w="12700">
            <a:solidFill>
              <a:srgbClr val="E2DCD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565392" y="5183124"/>
            <a:ext cx="0" cy="576072"/>
          </a:xfrm>
          <a:prstGeom prst="line">
            <a:avLst/>
          </a:prstGeom>
          <a:noFill/>
          <a:ln w="12700">
            <a:solidFill>
              <a:srgbClr val="E2DCD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565392" y="5183124"/>
            <a:ext cx="320040" cy="0"/>
          </a:xfrm>
          <a:prstGeom prst="line">
            <a:avLst/>
          </a:prstGeom>
          <a:noFill/>
          <a:ln w="12700">
            <a:solidFill>
              <a:srgbClr val="E2DCD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931152" y="5013960"/>
            <a:ext cx="4638751" cy="3383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論点3-1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6565392" y="5759196"/>
            <a:ext cx="320040" cy="0"/>
          </a:xfrm>
          <a:prstGeom prst="line">
            <a:avLst/>
          </a:prstGeom>
          <a:noFill/>
          <a:ln w="12700">
            <a:solidFill>
              <a:srgbClr val="E2DCD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931152" y="5590032"/>
            <a:ext cx="4638751" cy="3383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論点3-2</a:t>
            </a:r>
            <a:endParaRPr lang="en-US" sz="1150" dirty="0"/>
          </a:p>
        </p:txBody>
      </p:sp>
      <p:sp>
        <p:nvSpPr>
          <p:cNvPr id="41" name="TextBox 40"/>
          <p:cNvSpPr txBox="1"/>
          <p:nvPr/>
        </p:nvSpPr>
        <p:spPr>
          <a:xfrm>
            <a:off x="10015423" y="6565392"/>
            <a:ext cx="11887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50" b="0">
                <a:solidFill>
                  <a:srgbClr val="8A7B6B"/>
                </a:solidFill>
                <a:latin typeface="Yu Gothic"/>
              </a:rPr>
              <a:t>PPTX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320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スライド型カタログ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043623" y="4114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22  SCR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76072" y="784555"/>
            <a:ext cx="11039551" cy="0"/>
          </a:xfrm>
          <a:prstGeom prst="line">
            <a:avLst/>
          </a:prstGeom>
          <a:noFill/>
          <a:ln w="13970">
            <a:solidFill>
              <a:srgbClr val="322014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76072" y="914400"/>
            <a:ext cx="1103955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Situation・Complication・Resolution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76072" y="6245352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出典：Source 1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76072" y="6483096"/>
            <a:ext cx="11039551" cy="0"/>
          </a:xfrm>
          <a:prstGeom prst="line">
            <a:avLst/>
          </a:prstGeom>
          <a:noFill/>
          <a:ln w="8890">
            <a:solidFill>
              <a:srgbClr val="E2DCD2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76072" y="65653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スライド型カタログ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249863" y="65653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46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76072" y="2146554"/>
            <a:ext cx="3405530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Situation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76072" y="2530602"/>
            <a:ext cx="3405530" cy="0"/>
          </a:xfrm>
          <a:prstGeom prst="line">
            <a:avLst/>
          </a:prstGeom>
          <a:noFill/>
          <a:ln w="25400">
            <a:solidFill>
              <a:srgbClr val="32201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" y="2695194"/>
            <a:ext cx="3405530" cy="868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1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76072" y="3609594"/>
            <a:ext cx="3405530" cy="1417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2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76072" y="5164074"/>
            <a:ext cx="3405530" cy="0"/>
          </a:xfrm>
          <a:prstGeom prst="line">
            <a:avLst/>
          </a:prstGeom>
          <a:noFill/>
          <a:ln w="9525">
            <a:solidFill>
              <a:srgbClr val="8A7B6B"/>
            </a:solidFill>
            <a:prstDash val="sysDot"/>
          </a:ln>
        </p:spPr>
      </p:sp>
      <p:sp>
        <p:nvSpPr>
          <p:cNvPr id="15" name="Text 13"/>
          <p:cNvSpPr/>
          <p:nvPr/>
        </p:nvSpPr>
        <p:spPr>
          <a:xfrm>
            <a:off x="576072" y="5301234"/>
            <a:ext cx="3405530" cy="914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注：前提や注記を記載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393082" y="2146554"/>
            <a:ext cx="3405530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Complication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393082" y="2530602"/>
            <a:ext cx="3405530" cy="0"/>
          </a:xfrm>
          <a:prstGeom prst="line">
            <a:avLst/>
          </a:prstGeom>
          <a:noFill/>
          <a:ln w="25400">
            <a:solidFill>
              <a:srgbClr val="32201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93082" y="2695194"/>
            <a:ext cx="3405530" cy="868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393082" y="3609594"/>
            <a:ext cx="3405530" cy="1417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4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393082" y="5164074"/>
            <a:ext cx="3405530" cy="0"/>
          </a:xfrm>
          <a:prstGeom prst="line">
            <a:avLst/>
          </a:prstGeom>
          <a:noFill/>
          <a:ln w="9525">
            <a:solidFill>
              <a:srgbClr val="8A7B6B"/>
            </a:solidFill>
            <a:prstDash val="sysDot"/>
          </a:ln>
        </p:spPr>
      </p:sp>
      <p:sp>
        <p:nvSpPr>
          <p:cNvPr id="21" name="Text 19"/>
          <p:cNvSpPr/>
          <p:nvPr/>
        </p:nvSpPr>
        <p:spPr>
          <a:xfrm>
            <a:off x="4393082" y="5301234"/>
            <a:ext cx="3405530" cy="914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注：前提や注記を記載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210093" y="2146554"/>
            <a:ext cx="3405530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Resolution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8210093" y="2530602"/>
            <a:ext cx="3405530" cy="0"/>
          </a:xfrm>
          <a:prstGeom prst="line">
            <a:avLst/>
          </a:prstGeom>
          <a:noFill/>
          <a:ln w="25400">
            <a:solidFill>
              <a:srgbClr val="32201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10093" y="2695194"/>
            <a:ext cx="3405530" cy="868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5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210093" y="3609594"/>
            <a:ext cx="3405530" cy="1417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6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8210093" y="5164074"/>
            <a:ext cx="3405530" cy="0"/>
          </a:xfrm>
          <a:prstGeom prst="line">
            <a:avLst/>
          </a:prstGeom>
          <a:noFill/>
          <a:ln w="9525">
            <a:solidFill>
              <a:srgbClr val="8A7B6B"/>
            </a:solidFill>
            <a:prstDash val="sysDot"/>
          </a:ln>
        </p:spPr>
      </p:sp>
      <p:sp>
        <p:nvSpPr>
          <p:cNvPr id="27" name="Text 25"/>
          <p:cNvSpPr/>
          <p:nvPr/>
        </p:nvSpPr>
        <p:spPr>
          <a:xfrm>
            <a:off x="8210093" y="5301234"/>
            <a:ext cx="3405530" cy="914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注：前提や注記を記載</a:t>
            </a:r>
            <a:endParaRPr lang="en-US" sz="1200" dirty="0"/>
          </a:p>
        </p:txBody>
      </p:sp>
      <p:sp>
        <p:nvSpPr>
          <p:cNvPr id="28" name="TextBox 27"/>
          <p:cNvSpPr txBox="1"/>
          <p:nvPr/>
        </p:nvSpPr>
        <p:spPr>
          <a:xfrm>
            <a:off x="10015423" y="6565392"/>
            <a:ext cx="11887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50" b="0">
                <a:solidFill>
                  <a:srgbClr val="8A7B6B"/>
                </a:solidFill>
                <a:latin typeface="Yu Gothic"/>
              </a:rPr>
              <a:t>PPTX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320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スライド型カタログ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043623" y="4114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23  ISSUE_TO_SOLUTION_MAP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76072" y="784555"/>
            <a:ext cx="11039551" cy="0"/>
          </a:xfrm>
          <a:prstGeom prst="line">
            <a:avLst/>
          </a:prstGeom>
          <a:noFill/>
          <a:ln w="13970">
            <a:solidFill>
              <a:srgbClr val="322014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76072" y="914400"/>
            <a:ext cx="1103955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課題と打ち手の対応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76072" y="6245352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出典：Source 1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76072" y="6483096"/>
            <a:ext cx="11039551" cy="0"/>
          </a:xfrm>
          <a:prstGeom prst="line">
            <a:avLst/>
          </a:prstGeom>
          <a:noFill/>
          <a:ln w="8890">
            <a:solidFill>
              <a:srgbClr val="E2DCD2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76072" y="65653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スライド型カタログ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249863" y="65653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47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76072" y="2159413"/>
            <a:ext cx="5108296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課題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76072" y="2525173"/>
            <a:ext cx="5108296" cy="0"/>
          </a:xfrm>
          <a:prstGeom prst="line">
            <a:avLst/>
          </a:prstGeom>
          <a:noFill/>
          <a:ln w="25400">
            <a:solidFill>
              <a:srgbClr val="32201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07328" y="2159413"/>
            <a:ext cx="5108296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打ち手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507328" y="2525173"/>
            <a:ext cx="5108296" cy="0"/>
          </a:xfrm>
          <a:prstGeom prst="line">
            <a:avLst/>
          </a:prstGeom>
          <a:noFill/>
          <a:ln w="25400">
            <a:solidFill>
              <a:srgbClr val="32201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6072" y="2808637"/>
            <a:ext cx="5108296" cy="868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1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507328" y="2808637"/>
            <a:ext cx="5108296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2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507328" y="3210973"/>
            <a:ext cx="5108296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3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76072" y="3750469"/>
            <a:ext cx="5108296" cy="0"/>
          </a:xfrm>
          <a:prstGeom prst="line">
            <a:avLst/>
          </a:prstGeom>
          <a:noFill/>
          <a:ln w="6350">
            <a:solidFill>
              <a:srgbClr val="E2DCD2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6507328" y="3750469"/>
            <a:ext cx="5108296" cy="0"/>
          </a:xfrm>
          <a:prstGeom prst="line">
            <a:avLst/>
          </a:prstGeom>
          <a:noFill/>
          <a:ln w="6350">
            <a:solidFill>
              <a:srgbClr val="E2DCD2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576072" y="3860197"/>
            <a:ext cx="5108296" cy="868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4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507328" y="3860197"/>
            <a:ext cx="5108296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5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507328" y="4262533"/>
            <a:ext cx="5108296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6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76072" y="4802029"/>
            <a:ext cx="5108296" cy="0"/>
          </a:xfrm>
          <a:prstGeom prst="line">
            <a:avLst/>
          </a:prstGeom>
          <a:noFill/>
          <a:ln w="6350">
            <a:solidFill>
              <a:srgbClr val="E2DCD2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6507328" y="4802029"/>
            <a:ext cx="5108296" cy="0"/>
          </a:xfrm>
          <a:prstGeom prst="line">
            <a:avLst/>
          </a:prstGeom>
          <a:noFill/>
          <a:ln w="6350">
            <a:solidFill>
              <a:srgbClr val="E2DCD2"/>
            </a:solidFill>
            <a:prstDash val="dash"/>
          </a:ln>
        </p:spPr>
      </p:sp>
      <p:sp>
        <p:nvSpPr>
          <p:cNvPr id="24" name="Text 22"/>
          <p:cNvSpPr/>
          <p:nvPr/>
        </p:nvSpPr>
        <p:spPr>
          <a:xfrm>
            <a:off x="576072" y="4911757"/>
            <a:ext cx="5108296" cy="868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7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507328" y="4911757"/>
            <a:ext cx="5108296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8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507328" y="5314093"/>
            <a:ext cx="5108296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9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 rot="5400000">
            <a:off x="5986120" y="4230529"/>
            <a:ext cx="219456" cy="201168"/>
          </a:xfrm>
          <a:prstGeom prst="triangle">
            <a:avLst/>
          </a:prstGeom>
          <a:solidFill>
            <a:srgbClr val="322014"/>
          </a:solidFill>
          <a:ln/>
        </p:spPr>
      </p:sp>
      <p:sp>
        <p:nvSpPr>
          <p:cNvPr id="28" name="TextBox 27"/>
          <p:cNvSpPr txBox="1"/>
          <p:nvPr/>
        </p:nvSpPr>
        <p:spPr>
          <a:xfrm>
            <a:off x="10015423" y="6565392"/>
            <a:ext cx="11887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50" b="0">
                <a:solidFill>
                  <a:srgbClr val="8A7B6B"/>
                </a:solidFill>
                <a:latin typeface="Yu Gothic"/>
              </a:rPr>
              <a:t>PPTX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320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スライド型カタログ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043623" y="4114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パーツ26｜課題と打ち手の2カラム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76072" y="784555"/>
            <a:ext cx="11039551" cy="0"/>
          </a:xfrm>
          <a:prstGeom prst="line">
            <a:avLst/>
          </a:prstGeom>
          <a:noFill/>
          <a:ln w="13970">
            <a:solidFill>
              <a:srgbClr val="322014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76072" y="914400"/>
            <a:ext cx="1103955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課題と打ち手の2カラム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76072" y="6245352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出典：Source 1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76072" y="6483096"/>
            <a:ext cx="11039551" cy="0"/>
          </a:xfrm>
          <a:prstGeom prst="line">
            <a:avLst/>
          </a:prstGeom>
          <a:noFill/>
          <a:ln w="8890">
            <a:solidFill>
              <a:srgbClr val="E2DCD2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76072" y="65653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スライド型カタログ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249863" y="65653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48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76072" y="1572768"/>
            <a:ext cx="5447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いま起きている課題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76072" y="1901952"/>
            <a:ext cx="5447776" cy="0"/>
          </a:xfrm>
          <a:prstGeom prst="line">
            <a:avLst/>
          </a:prstGeom>
          <a:noFill/>
          <a:ln w="17780">
            <a:solidFill>
              <a:srgbClr val="32201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" y="2027952"/>
            <a:ext cx="1584000" cy="13814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5A3921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ラベル 1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376072" y="2027952"/>
            <a:ext cx="3647776" cy="13814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1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76072" y="3409368"/>
            <a:ext cx="5447776" cy="0"/>
          </a:xfrm>
          <a:prstGeom prst="line">
            <a:avLst/>
          </a:prstGeom>
          <a:noFill/>
          <a:ln w="9525">
            <a:solidFill>
              <a:srgbClr val="E2DCD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6072" y="3409368"/>
            <a:ext cx="1584000" cy="13814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5A3921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ラベル 2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2376072" y="3409368"/>
            <a:ext cx="3647776" cy="13814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2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76072" y="4790784"/>
            <a:ext cx="5447776" cy="0"/>
          </a:xfrm>
          <a:prstGeom prst="line">
            <a:avLst/>
          </a:prstGeom>
          <a:noFill/>
          <a:ln w="9525">
            <a:solidFill>
              <a:srgbClr val="E2DCD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6072" y="4790784"/>
            <a:ext cx="1584000" cy="13814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5A3921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ラベル 3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2376072" y="4790784"/>
            <a:ext cx="3647776" cy="13814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3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167848" y="1572768"/>
            <a:ext cx="5447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これから打つ手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167848" y="1901952"/>
            <a:ext cx="5447776" cy="0"/>
          </a:xfrm>
          <a:prstGeom prst="line">
            <a:avLst/>
          </a:prstGeom>
          <a:noFill/>
          <a:ln w="17780">
            <a:solidFill>
              <a:srgbClr val="32201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67848" y="2027952"/>
            <a:ext cx="1584000" cy="13814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5A3921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ラベル 4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7967848" y="2027952"/>
            <a:ext cx="3647776" cy="13814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4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167848" y="3409368"/>
            <a:ext cx="5447776" cy="0"/>
          </a:xfrm>
          <a:prstGeom prst="line">
            <a:avLst/>
          </a:prstGeom>
          <a:noFill/>
          <a:ln w="9525">
            <a:solidFill>
              <a:srgbClr val="E2DCD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67848" y="3409368"/>
            <a:ext cx="1584000" cy="13814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5A3921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ラベル 5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7967848" y="3409368"/>
            <a:ext cx="3647776" cy="13814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5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167848" y="4790784"/>
            <a:ext cx="5447776" cy="0"/>
          </a:xfrm>
          <a:prstGeom prst="line">
            <a:avLst/>
          </a:prstGeom>
          <a:noFill/>
          <a:ln w="9525">
            <a:solidFill>
              <a:srgbClr val="E2DCD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67848" y="4790784"/>
            <a:ext cx="1584000" cy="13814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5A3921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ラベル 6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7967848" y="4790784"/>
            <a:ext cx="3647776" cy="13814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6</a:t>
            </a:r>
            <a:endParaRPr lang="en-US" sz="1050" dirty="0"/>
          </a:p>
        </p:txBody>
      </p:sp>
      <p:sp>
        <p:nvSpPr>
          <p:cNvPr id="30" name="TextBox 29"/>
          <p:cNvSpPr txBox="1"/>
          <p:nvPr/>
        </p:nvSpPr>
        <p:spPr>
          <a:xfrm>
            <a:off x="10015423" y="6565392"/>
            <a:ext cx="11887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50" b="0">
                <a:solidFill>
                  <a:srgbClr val="8A7B6B"/>
                </a:solidFill>
                <a:latin typeface="Yu Gothic"/>
              </a:rPr>
              <a:t>PPTX・HTML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320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スライド型カタログ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043623" y="4114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24  ISSUE_CAUSE_SOLUTION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76072" y="784555"/>
            <a:ext cx="11039551" cy="0"/>
          </a:xfrm>
          <a:prstGeom prst="line">
            <a:avLst/>
          </a:prstGeom>
          <a:noFill/>
          <a:ln w="13970">
            <a:solidFill>
              <a:srgbClr val="322014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76072" y="914400"/>
            <a:ext cx="1103955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課題→原因→解決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76072" y="6245352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出典：Source 1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76072" y="6483096"/>
            <a:ext cx="11039551" cy="0"/>
          </a:xfrm>
          <a:prstGeom prst="line">
            <a:avLst/>
          </a:prstGeom>
          <a:noFill/>
          <a:ln w="8890">
            <a:solidFill>
              <a:srgbClr val="E2DCD2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76072" y="65653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スライド型カタログ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249863" y="65653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49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76072" y="3106674"/>
            <a:ext cx="3222650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ラベル1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76072" y="3490722"/>
            <a:ext cx="3222650" cy="0"/>
          </a:xfrm>
          <a:prstGeom prst="line">
            <a:avLst/>
          </a:prstGeom>
          <a:noFill/>
          <a:ln w="25400">
            <a:solidFill>
              <a:srgbClr val="32201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" y="3655314"/>
            <a:ext cx="322265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76072" y="4341114"/>
            <a:ext cx="3222650" cy="1463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2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835298" y="4386834"/>
            <a:ext cx="292608" cy="201168"/>
          </a:xfrm>
          <a:prstGeom prst="rightArrow">
            <a:avLst/>
          </a:prstGeom>
          <a:solidFill>
            <a:srgbClr val="5A3921"/>
          </a:solidFill>
          <a:ln/>
        </p:spPr>
      </p:sp>
      <p:sp>
        <p:nvSpPr>
          <p:cNvPr id="15" name="Text 13"/>
          <p:cNvSpPr/>
          <p:nvPr/>
        </p:nvSpPr>
        <p:spPr>
          <a:xfrm>
            <a:off x="4255922" y="3106674"/>
            <a:ext cx="3222650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ラベル2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255922" y="3490722"/>
            <a:ext cx="3222650" cy="0"/>
          </a:xfrm>
          <a:prstGeom prst="line">
            <a:avLst/>
          </a:prstGeom>
          <a:noFill/>
          <a:ln w="25400">
            <a:solidFill>
              <a:srgbClr val="32201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55922" y="3655314"/>
            <a:ext cx="322265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255922" y="4341114"/>
            <a:ext cx="3222650" cy="1463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4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515149" y="4386834"/>
            <a:ext cx="292608" cy="201168"/>
          </a:xfrm>
          <a:prstGeom prst="rightArrow">
            <a:avLst/>
          </a:prstGeom>
          <a:solidFill>
            <a:srgbClr val="5A3921"/>
          </a:solidFill>
          <a:ln/>
        </p:spPr>
      </p:sp>
      <p:sp>
        <p:nvSpPr>
          <p:cNvPr id="20" name="Text 18"/>
          <p:cNvSpPr/>
          <p:nvPr/>
        </p:nvSpPr>
        <p:spPr>
          <a:xfrm>
            <a:off x="7935773" y="3106674"/>
            <a:ext cx="3222650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ラベル3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7935773" y="3490722"/>
            <a:ext cx="3222650" cy="0"/>
          </a:xfrm>
          <a:prstGeom prst="line">
            <a:avLst/>
          </a:prstGeom>
          <a:noFill/>
          <a:ln w="25400">
            <a:solidFill>
              <a:srgbClr val="32201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935773" y="3655314"/>
            <a:ext cx="322265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935773" y="4341114"/>
            <a:ext cx="3222650" cy="1463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6</a:t>
            </a:r>
            <a:endParaRPr lang="en-US" sz="1200" dirty="0"/>
          </a:p>
        </p:txBody>
      </p:sp>
      <p:sp>
        <p:nvSpPr>
          <p:cNvPr id="24" name="TextBox 23"/>
          <p:cNvSpPr txBox="1"/>
          <p:nvPr/>
        </p:nvSpPr>
        <p:spPr>
          <a:xfrm>
            <a:off x="10015423" y="6565392"/>
            <a:ext cx="11887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50" b="0">
                <a:solidFill>
                  <a:srgbClr val="8A7B6B"/>
                </a:solidFill>
                <a:latin typeface="Yu Gothic"/>
              </a:rPr>
              <a:t>PPTX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320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スライド型カタログ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043623" y="4114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26  CURRENT_TARGET_STATE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76072" y="784555"/>
            <a:ext cx="11039551" cy="0"/>
          </a:xfrm>
          <a:prstGeom prst="line">
            <a:avLst/>
          </a:prstGeom>
          <a:noFill/>
          <a:ln w="13970">
            <a:solidFill>
              <a:srgbClr val="322014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76072" y="914400"/>
            <a:ext cx="1103955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現状と目指す姿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76072" y="6245352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出典：Source 1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76072" y="6483096"/>
            <a:ext cx="11039551" cy="0"/>
          </a:xfrm>
          <a:prstGeom prst="line">
            <a:avLst/>
          </a:prstGeom>
          <a:noFill/>
          <a:ln w="8890">
            <a:solidFill>
              <a:srgbClr val="E2DCD2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76072" y="65653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スライド型カタログ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249863" y="65653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50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850392" y="3006090"/>
            <a:ext cx="4559656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ラベル1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50392" y="3353562"/>
            <a:ext cx="4559656" cy="0"/>
          </a:xfrm>
          <a:prstGeom prst="line">
            <a:avLst/>
          </a:prstGeom>
          <a:noFill/>
          <a:ln w="20320">
            <a:solidFill>
              <a:srgbClr val="32201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0392" y="3499866"/>
            <a:ext cx="4559656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1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50392" y="4030218"/>
            <a:ext cx="4559656" cy="1920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marL="152400" indent="-152400">
              <a:buSzPct val="100000"/>
              <a:buChar char="•"/>
            </a:pPr>
            <a:r>
              <a:rPr lang="en-US" sz="12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2</a:t>
            </a:r>
            <a:endParaRPr lang="en-US" sz="1200" dirty="0"/>
          </a:p>
          <a:p>
            <a:pPr algn="l" marL="152400" indent="-152400">
              <a:buSzPct val="100000"/>
              <a:buChar char="•"/>
            </a:pPr>
            <a:r>
              <a:rPr lang="en-US" sz="12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3</a:t>
            </a:r>
            <a:endParaRPr lang="en-US" sz="1200" dirty="0"/>
          </a:p>
          <a:p>
            <a:pPr algn="l" marL="152400" indent="-152400">
              <a:buSzPct val="100000"/>
              <a:buChar char="•"/>
            </a:pPr>
            <a:r>
              <a:rPr lang="en-US" sz="12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4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781648" y="3006090"/>
            <a:ext cx="4559656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A392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ラベル2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781648" y="3353562"/>
            <a:ext cx="4559656" cy="0"/>
          </a:xfrm>
          <a:prstGeom prst="line">
            <a:avLst/>
          </a:prstGeom>
          <a:noFill/>
          <a:ln w="20320">
            <a:solidFill>
              <a:srgbClr val="5A392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81648" y="3499866"/>
            <a:ext cx="4559656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5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781648" y="4030218"/>
            <a:ext cx="4559656" cy="1920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marL="152400" indent="-152400">
              <a:buSzPct val="100000"/>
              <a:buChar char="•"/>
            </a:pPr>
            <a:r>
              <a:rPr lang="en-US" sz="12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6</a:t>
            </a:r>
            <a:endParaRPr lang="en-US" sz="1200" dirty="0"/>
          </a:p>
          <a:p>
            <a:pPr algn="l" marL="152400" indent="-152400">
              <a:buSzPct val="100000"/>
              <a:buChar char="•"/>
            </a:pPr>
            <a:r>
              <a:rPr lang="en-US" sz="12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7</a:t>
            </a:r>
            <a:endParaRPr lang="en-US" sz="1200" dirty="0"/>
          </a:p>
          <a:p>
            <a:pPr algn="l" marL="152400" indent="-152400">
              <a:buSzPct val="100000"/>
              <a:buChar char="•"/>
            </a:pPr>
            <a:r>
              <a:rPr lang="en-US" sz="12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8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912968" y="3298698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›</a:t>
            </a:r>
            <a:endParaRPr lang="en-US" sz="3000" dirty="0"/>
          </a:p>
        </p:txBody>
      </p:sp>
      <p:sp>
        <p:nvSpPr>
          <p:cNvPr id="19" name="TextBox 18"/>
          <p:cNvSpPr txBox="1"/>
          <p:nvPr/>
        </p:nvSpPr>
        <p:spPr>
          <a:xfrm>
            <a:off x="10015423" y="6565392"/>
            <a:ext cx="11887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50" b="0">
                <a:solidFill>
                  <a:srgbClr val="8A7B6B"/>
                </a:solidFill>
                <a:latin typeface="Yu Gothic"/>
              </a:rPr>
              <a:t>PPTX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320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スライド型カタログ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043623" y="4114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27  CALC_FLOW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76072" y="784555"/>
            <a:ext cx="11039551" cy="0"/>
          </a:xfrm>
          <a:prstGeom prst="line">
            <a:avLst/>
          </a:prstGeom>
          <a:noFill/>
          <a:ln w="13970">
            <a:solidFill>
              <a:srgbClr val="322014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76072" y="914400"/>
            <a:ext cx="1103955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計算ロジックの流れ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76072" y="6245352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出典：Source 1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76072" y="6483096"/>
            <a:ext cx="11039551" cy="0"/>
          </a:xfrm>
          <a:prstGeom prst="line">
            <a:avLst/>
          </a:prstGeom>
          <a:noFill/>
          <a:ln w="8890">
            <a:solidFill>
              <a:srgbClr val="E2DCD2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76072" y="65653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スライド型カタログ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249863" y="65653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51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76072" y="1874520"/>
            <a:ext cx="11039551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指標名、単位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76072" y="2286000"/>
            <a:ext cx="319217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ラベル3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76072" y="2596896"/>
            <a:ext cx="3192170" cy="0"/>
          </a:xfrm>
          <a:prstGeom prst="line">
            <a:avLst/>
          </a:prstGeom>
          <a:noFill/>
          <a:ln w="6350">
            <a:solidFill>
              <a:srgbClr val="E2DCD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33780" y="4907280"/>
            <a:ext cx="548640" cy="432816"/>
          </a:xfrm>
          <a:prstGeom prst="rect">
            <a:avLst/>
          </a:prstGeom>
          <a:solidFill>
            <a:srgbClr val="322014"/>
          </a:solidFill>
          <a:ln/>
        </p:spPr>
      </p:sp>
      <p:sp>
        <p:nvSpPr>
          <p:cNvPr id="14" name="Text 12"/>
          <p:cNvSpPr/>
          <p:nvPr/>
        </p:nvSpPr>
        <p:spPr>
          <a:xfrm>
            <a:off x="833780" y="4907280"/>
            <a:ext cx="548640" cy="4328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76072" y="5385816"/>
            <a:ext cx="1064057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ラベル4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897837" y="4041648"/>
            <a:ext cx="548640" cy="1298448"/>
          </a:xfrm>
          <a:prstGeom prst="rect">
            <a:avLst/>
          </a:prstGeom>
          <a:solidFill>
            <a:srgbClr val="322014"/>
          </a:solidFill>
          <a:ln/>
        </p:spPr>
      </p:sp>
      <p:sp>
        <p:nvSpPr>
          <p:cNvPr id="17" name="Text 15"/>
          <p:cNvSpPr/>
          <p:nvPr/>
        </p:nvSpPr>
        <p:spPr>
          <a:xfrm>
            <a:off x="1897837" y="4041648"/>
            <a:ext cx="548640" cy="12984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640129" y="5385816"/>
            <a:ext cx="1064057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ラベル5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961894" y="2743200"/>
            <a:ext cx="548640" cy="2596896"/>
          </a:xfrm>
          <a:prstGeom prst="rect">
            <a:avLst/>
          </a:prstGeom>
          <a:solidFill>
            <a:srgbClr val="322014"/>
          </a:solidFill>
          <a:ln/>
        </p:spPr>
      </p:sp>
      <p:sp>
        <p:nvSpPr>
          <p:cNvPr id="20" name="Text 18"/>
          <p:cNvSpPr/>
          <p:nvPr/>
        </p:nvSpPr>
        <p:spPr>
          <a:xfrm>
            <a:off x="2961894" y="2743200"/>
            <a:ext cx="548640" cy="2596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704186" y="5385816"/>
            <a:ext cx="1064057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ラベル6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951122" y="2286000"/>
            <a:ext cx="365760" cy="33284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×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4499762" y="2286000"/>
            <a:ext cx="319217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ラベル7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499762" y="2596896"/>
            <a:ext cx="3192170" cy="0"/>
          </a:xfrm>
          <a:prstGeom prst="line">
            <a:avLst/>
          </a:prstGeom>
          <a:noFill/>
          <a:ln w="6350">
            <a:solidFill>
              <a:srgbClr val="E2DCD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57471" y="2743200"/>
            <a:ext cx="548640" cy="2596896"/>
          </a:xfrm>
          <a:prstGeom prst="rect">
            <a:avLst/>
          </a:prstGeom>
          <a:solidFill>
            <a:srgbClr val="322014"/>
          </a:solidFill>
          <a:ln/>
        </p:spPr>
      </p:sp>
      <p:sp>
        <p:nvSpPr>
          <p:cNvPr id="26" name="Text 24"/>
          <p:cNvSpPr/>
          <p:nvPr/>
        </p:nvSpPr>
        <p:spPr>
          <a:xfrm>
            <a:off x="4757471" y="2743200"/>
            <a:ext cx="548640" cy="2596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499762" y="5385816"/>
            <a:ext cx="1064057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ラベル8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821528" y="2743200"/>
            <a:ext cx="548640" cy="2596896"/>
          </a:xfrm>
          <a:prstGeom prst="rect">
            <a:avLst/>
          </a:prstGeom>
          <a:solidFill>
            <a:srgbClr val="322014"/>
          </a:solidFill>
          <a:ln/>
        </p:spPr>
      </p:sp>
      <p:sp>
        <p:nvSpPr>
          <p:cNvPr id="29" name="Text 27"/>
          <p:cNvSpPr/>
          <p:nvPr/>
        </p:nvSpPr>
        <p:spPr>
          <a:xfrm>
            <a:off x="5821528" y="2743200"/>
            <a:ext cx="548640" cy="2596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563819" y="5385816"/>
            <a:ext cx="1064057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ラベル9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885584" y="2743200"/>
            <a:ext cx="548640" cy="2596896"/>
          </a:xfrm>
          <a:prstGeom prst="rect">
            <a:avLst/>
          </a:prstGeom>
          <a:solidFill>
            <a:srgbClr val="322014"/>
          </a:solidFill>
          <a:ln/>
        </p:spPr>
      </p:sp>
      <p:sp>
        <p:nvSpPr>
          <p:cNvPr id="32" name="Text 30"/>
          <p:cNvSpPr/>
          <p:nvPr/>
        </p:nvSpPr>
        <p:spPr>
          <a:xfrm>
            <a:off x="6885584" y="2743200"/>
            <a:ext cx="548640" cy="2596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627876" y="5385816"/>
            <a:ext cx="1064057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ラベル10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874813" y="2286000"/>
            <a:ext cx="365760" cy="33284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=</a:t>
            </a:r>
            <a:endParaRPr lang="en-US" sz="3000" dirty="0"/>
          </a:p>
        </p:txBody>
      </p:sp>
      <p:sp>
        <p:nvSpPr>
          <p:cNvPr id="35" name="Text 33"/>
          <p:cNvSpPr/>
          <p:nvPr/>
        </p:nvSpPr>
        <p:spPr>
          <a:xfrm>
            <a:off x="8423453" y="2286000"/>
            <a:ext cx="319217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ラベル11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8423453" y="2596896"/>
            <a:ext cx="3192170" cy="0"/>
          </a:xfrm>
          <a:prstGeom prst="line">
            <a:avLst/>
          </a:prstGeom>
          <a:noFill/>
          <a:ln w="6350">
            <a:solidFill>
              <a:srgbClr val="E2DCD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681161" y="4930060"/>
            <a:ext cx="548640" cy="410036"/>
          </a:xfrm>
          <a:prstGeom prst="rect">
            <a:avLst/>
          </a:prstGeom>
          <a:solidFill>
            <a:srgbClr val="322014"/>
          </a:solidFill>
          <a:ln/>
        </p:spPr>
      </p:sp>
      <p:sp>
        <p:nvSpPr>
          <p:cNvPr id="38" name="Text 36"/>
          <p:cNvSpPr/>
          <p:nvPr/>
        </p:nvSpPr>
        <p:spPr>
          <a:xfrm>
            <a:off x="8681161" y="4930060"/>
            <a:ext cx="548640" cy="4100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1.5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8681161" y="4793381"/>
            <a:ext cx="548640" cy="136679"/>
          </a:xfrm>
          <a:prstGeom prst="rect">
            <a:avLst/>
          </a:prstGeom>
          <a:solidFill>
            <a:srgbClr val="5A3921"/>
          </a:solidFill>
          <a:ln/>
        </p:spPr>
      </p:sp>
      <p:sp>
        <p:nvSpPr>
          <p:cNvPr id="40" name="Text 38"/>
          <p:cNvSpPr/>
          <p:nvPr/>
        </p:nvSpPr>
        <p:spPr>
          <a:xfrm>
            <a:off x="8423453" y="5385816"/>
            <a:ext cx="1064057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ラベル12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9745218" y="4301338"/>
            <a:ext cx="548640" cy="1038758"/>
          </a:xfrm>
          <a:prstGeom prst="rect">
            <a:avLst/>
          </a:prstGeom>
          <a:solidFill>
            <a:srgbClr val="322014"/>
          </a:solidFill>
          <a:ln/>
        </p:spPr>
      </p:sp>
      <p:sp>
        <p:nvSpPr>
          <p:cNvPr id="42" name="Text 40"/>
          <p:cNvSpPr/>
          <p:nvPr/>
        </p:nvSpPr>
        <p:spPr>
          <a:xfrm>
            <a:off x="9745218" y="4301338"/>
            <a:ext cx="548640" cy="103875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3.8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9745218" y="4164659"/>
            <a:ext cx="548640" cy="136679"/>
          </a:xfrm>
          <a:prstGeom prst="rect">
            <a:avLst/>
          </a:prstGeom>
          <a:solidFill>
            <a:srgbClr val="5A3921"/>
          </a:solidFill>
          <a:ln/>
        </p:spPr>
      </p:sp>
      <p:sp>
        <p:nvSpPr>
          <p:cNvPr id="44" name="Text 42"/>
          <p:cNvSpPr/>
          <p:nvPr/>
        </p:nvSpPr>
        <p:spPr>
          <a:xfrm>
            <a:off x="9487510" y="5385816"/>
            <a:ext cx="1064057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ラベル15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10809275" y="2879879"/>
            <a:ext cx="548640" cy="2460217"/>
          </a:xfrm>
          <a:prstGeom prst="rect">
            <a:avLst/>
          </a:prstGeom>
          <a:solidFill>
            <a:srgbClr val="322014"/>
          </a:solidFill>
          <a:ln/>
        </p:spPr>
      </p:sp>
      <p:sp>
        <p:nvSpPr>
          <p:cNvPr id="46" name="Text 44"/>
          <p:cNvSpPr/>
          <p:nvPr/>
        </p:nvSpPr>
        <p:spPr>
          <a:xfrm>
            <a:off x="10809275" y="2879879"/>
            <a:ext cx="548640" cy="2460217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10809275" y="2743200"/>
            <a:ext cx="548640" cy="136679"/>
          </a:xfrm>
          <a:prstGeom prst="rect">
            <a:avLst/>
          </a:prstGeom>
          <a:solidFill>
            <a:srgbClr val="5A3921"/>
          </a:solidFill>
          <a:ln/>
        </p:spPr>
      </p:sp>
      <p:sp>
        <p:nvSpPr>
          <p:cNvPr id="48" name="Text 46"/>
          <p:cNvSpPr/>
          <p:nvPr/>
        </p:nvSpPr>
        <p:spPr>
          <a:xfrm>
            <a:off x="10551566" y="5385816"/>
            <a:ext cx="1064057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ラベル18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576072" y="6071616"/>
            <a:ext cx="182880" cy="182880"/>
          </a:xfrm>
          <a:prstGeom prst="rect">
            <a:avLst/>
          </a:prstGeom>
          <a:solidFill>
            <a:srgbClr val="322014"/>
          </a:solidFill>
          <a:ln/>
        </p:spPr>
      </p:sp>
      <p:sp>
        <p:nvSpPr>
          <p:cNvPr id="50" name="Text 48"/>
          <p:cNvSpPr/>
          <p:nvPr/>
        </p:nvSpPr>
        <p:spPr>
          <a:xfrm>
            <a:off x="832104" y="6053328"/>
            <a:ext cx="146304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ラベル1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2221992" y="6071616"/>
            <a:ext cx="182880" cy="182880"/>
          </a:xfrm>
          <a:prstGeom prst="rect">
            <a:avLst/>
          </a:prstGeom>
          <a:solidFill>
            <a:srgbClr val="5A3921"/>
          </a:solidFill>
          <a:ln/>
        </p:spPr>
      </p:sp>
      <p:sp>
        <p:nvSpPr>
          <p:cNvPr id="52" name="Text 50"/>
          <p:cNvSpPr/>
          <p:nvPr/>
        </p:nvSpPr>
        <p:spPr>
          <a:xfrm>
            <a:off x="2478024" y="6053328"/>
            <a:ext cx="146304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ラベル2</a:t>
            </a:r>
            <a:endParaRPr lang="en-US" sz="1100" dirty="0"/>
          </a:p>
        </p:txBody>
      </p:sp>
      <p:sp>
        <p:nvSpPr>
          <p:cNvPr id="53" name="TextBox 52"/>
          <p:cNvSpPr txBox="1"/>
          <p:nvPr/>
        </p:nvSpPr>
        <p:spPr>
          <a:xfrm>
            <a:off x="10015423" y="6565392"/>
            <a:ext cx="11887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50" b="0">
                <a:solidFill>
                  <a:srgbClr val="8A7B6B"/>
                </a:solidFill>
                <a:latin typeface="Yu Gothic"/>
              </a:rPr>
              <a:t>PPTX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320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スライド型カタログ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043623" y="4114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パーツ19｜柱＋土台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76072" y="784555"/>
            <a:ext cx="11039551" cy="0"/>
          </a:xfrm>
          <a:prstGeom prst="line">
            <a:avLst/>
          </a:prstGeom>
          <a:noFill/>
          <a:ln w="13970">
            <a:solidFill>
              <a:srgbClr val="322014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76072" y="914400"/>
            <a:ext cx="1103955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柱＋土台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76072" y="6245352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出典：Source 1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76072" y="6483096"/>
            <a:ext cx="11039551" cy="0"/>
          </a:xfrm>
          <a:prstGeom prst="line">
            <a:avLst/>
          </a:prstGeom>
          <a:noFill/>
          <a:ln w="8890">
            <a:solidFill>
              <a:srgbClr val="E2DCD2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76072" y="65653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スライド型カタログ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249863" y="65653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52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576072" y="2009484"/>
            <a:ext cx="2651888" cy="2232000"/>
          </a:xfrm>
          <a:prstGeom prst="rect">
            <a:avLst/>
          </a:prstGeom>
          <a:solidFill>
            <a:srgbClr val="EFEEE8"/>
          </a:solidFill>
          <a:ln/>
        </p:spPr>
      </p:sp>
      <p:sp>
        <p:nvSpPr>
          <p:cNvPr id="11" name="Text 9"/>
          <p:cNvSpPr/>
          <p:nvPr/>
        </p:nvSpPr>
        <p:spPr>
          <a:xfrm>
            <a:off x="738072" y="2189484"/>
            <a:ext cx="2327888" cy="18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 1</a:t>
            </a:r>
            <a:endParaRPr lang="en-US" sz="11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1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371960" y="2009484"/>
            <a:ext cx="2651888" cy="2232000"/>
          </a:xfrm>
          <a:prstGeom prst="rect">
            <a:avLst/>
          </a:prstGeom>
          <a:solidFill>
            <a:srgbClr val="EFEEE8"/>
          </a:solidFill>
          <a:ln/>
        </p:spPr>
      </p:sp>
      <p:sp>
        <p:nvSpPr>
          <p:cNvPr id="13" name="Text 11"/>
          <p:cNvSpPr/>
          <p:nvPr/>
        </p:nvSpPr>
        <p:spPr>
          <a:xfrm>
            <a:off x="3533960" y="2189484"/>
            <a:ext cx="2327888" cy="18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 2</a:t>
            </a:r>
            <a:endParaRPr lang="en-US" sz="11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2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67848" y="2009484"/>
            <a:ext cx="2651888" cy="2232000"/>
          </a:xfrm>
          <a:prstGeom prst="rect">
            <a:avLst/>
          </a:prstGeom>
          <a:solidFill>
            <a:srgbClr val="EFEEE8"/>
          </a:solidFill>
          <a:ln/>
        </p:spPr>
      </p:sp>
      <p:sp>
        <p:nvSpPr>
          <p:cNvPr id="15" name="Text 13"/>
          <p:cNvSpPr/>
          <p:nvPr/>
        </p:nvSpPr>
        <p:spPr>
          <a:xfrm>
            <a:off x="6329848" y="2189484"/>
            <a:ext cx="2327888" cy="18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 3</a:t>
            </a:r>
            <a:endParaRPr lang="en-US" sz="11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3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963735" y="2009484"/>
            <a:ext cx="2651888" cy="2232000"/>
          </a:xfrm>
          <a:prstGeom prst="rect">
            <a:avLst/>
          </a:prstGeom>
          <a:solidFill>
            <a:srgbClr val="EFEEE8"/>
          </a:solidFill>
          <a:ln/>
        </p:spPr>
      </p:sp>
      <p:sp>
        <p:nvSpPr>
          <p:cNvPr id="17" name="Text 15"/>
          <p:cNvSpPr/>
          <p:nvPr/>
        </p:nvSpPr>
        <p:spPr>
          <a:xfrm>
            <a:off x="9125735" y="2189484"/>
            <a:ext cx="2327888" cy="18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 4</a:t>
            </a:r>
            <a:endParaRPr lang="en-US" sz="11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4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76072" y="4565484"/>
            <a:ext cx="11039551" cy="450000"/>
          </a:xfrm>
          <a:prstGeom prst="rect">
            <a:avLst/>
          </a:prstGeom>
          <a:solidFill>
            <a:srgbClr val="322014"/>
          </a:solidFill>
          <a:ln/>
        </p:spPr>
      </p:sp>
      <p:sp>
        <p:nvSpPr>
          <p:cNvPr id="19" name="Text 17"/>
          <p:cNvSpPr/>
          <p:nvPr/>
        </p:nvSpPr>
        <p:spPr>
          <a:xfrm>
            <a:off x="756072" y="4565484"/>
            <a:ext cx="10679551" cy="4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5A68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共通条件1</a:t>
            </a:r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 </a:t>
            </a:r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5を全社で整えること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76072" y="5285484"/>
            <a:ext cx="11039551" cy="450000"/>
          </a:xfrm>
          <a:prstGeom prst="rect">
            <a:avLst/>
          </a:prstGeom>
          <a:solidFill>
            <a:srgbClr val="322014"/>
          </a:solidFill>
          <a:ln/>
        </p:spPr>
      </p:sp>
      <p:sp>
        <p:nvSpPr>
          <p:cNvPr id="21" name="Text 19"/>
          <p:cNvSpPr/>
          <p:nvPr/>
        </p:nvSpPr>
        <p:spPr>
          <a:xfrm>
            <a:off x="756072" y="5285484"/>
            <a:ext cx="10679551" cy="4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5A68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共通条件2</a:t>
            </a:r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 </a:t>
            </a:r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6を継続的に確保すること</a:t>
            </a:r>
            <a:endParaRPr lang="en-US" sz="1050" dirty="0"/>
          </a:p>
        </p:txBody>
      </p:sp>
      <p:sp>
        <p:nvSpPr>
          <p:cNvPr id="22" name="TextBox 21"/>
          <p:cNvSpPr txBox="1"/>
          <p:nvPr/>
        </p:nvSpPr>
        <p:spPr>
          <a:xfrm>
            <a:off x="10015423" y="6565392"/>
            <a:ext cx="11887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50" b="0">
                <a:solidFill>
                  <a:srgbClr val="8A7B6B"/>
                </a:solidFill>
                <a:latin typeface="Yu Gothic"/>
              </a:rPr>
              <a:t>PPTX・HTML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320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スライド型カタログ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043623" y="4114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パーツ20｜対向シェブロン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76072" y="784555"/>
            <a:ext cx="11039551" cy="0"/>
          </a:xfrm>
          <a:prstGeom prst="line">
            <a:avLst/>
          </a:prstGeom>
          <a:noFill/>
          <a:ln w="13970">
            <a:solidFill>
              <a:srgbClr val="322014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76072" y="914400"/>
            <a:ext cx="1103955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対向シェブロン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76072" y="6245352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出典：Source 1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76072" y="6483096"/>
            <a:ext cx="11039551" cy="0"/>
          </a:xfrm>
          <a:prstGeom prst="line">
            <a:avLst/>
          </a:prstGeom>
          <a:noFill/>
          <a:ln w="8890">
            <a:solidFill>
              <a:srgbClr val="E2DCD2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76072" y="65653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スライド型カタログ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249863" y="65653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53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76072" y="1644768"/>
            <a:ext cx="4475776" cy="100585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76072" y="2722626"/>
            <a:ext cx="4475776" cy="0"/>
          </a:xfrm>
          <a:prstGeom prst="line">
            <a:avLst/>
          </a:prstGeom>
          <a:noFill/>
          <a:ln w="9525">
            <a:solidFill>
              <a:srgbClr val="E2DCD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" y="2794626"/>
            <a:ext cx="4475776" cy="100585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2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76072" y="3872484"/>
            <a:ext cx="4475776" cy="0"/>
          </a:xfrm>
          <a:prstGeom prst="line">
            <a:avLst/>
          </a:prstGeom>
          <a:noFill/>
          <a:ln w="9525">
            <a:solidFill>
              <a:srgbClr val="E2DCD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6072" y="3944484"/>
            <a:ext cx="4475776" cy="100585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3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76072" y="5022342"/>
            <a:ext cx="4475776" cy="0"/>
          </a:xfrm>
          <a:prstGeom prst="line">
            <a:avLst/>
          </a:prstGeom>
          <a:noFill/>
          <a:ln w="9525">
            <a:solidFill>
              <a:srgbClr val="E2DCD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6072" y="5094342"/>
            <a:ext cx="4475776" cy="100585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4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139848" y="1644768"/>
            <a:ext cx="4475776" cy="100585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5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139848" y="2722626"/>
            <a:ext cx="4475776" cy="0"/>
          </a:xfrm>
          <a:prstGeom prst="line">
            <a:avLst/>
          </a:prstGeom>
          <a:noFill/>
          <a:ln w="9525">
            <a:solidFill>
              <a:srgbClr val="E2DCD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39848" y="2794626"/>
            <a:ext cx="4475776" cy="100585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6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139848" y="3872484"/>
            <a:ext cx="4475776" cy="0"/>
          </a:xfrm>
          <a:prstGeom prst="line">
            <a:avLst/>
          </a:prstGeom>
          <a:noFill/>
          <a:ln w="9525">
            <a:solidFill>
              <a:srgbClr val="E2DCD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39848" y="3944484"/>
            <a:ext cx="4475776" cy="100585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7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139848" y="5022342"/>
            <a:ext cx="4475776" cy="0"/>
          </a:xfrm>
          <a:prstGeom prst="line">
            <a:avLst/>
          </a:prstGeom>
          <a:noFill/>
          <a:ln w="9525">
            <a:solidFill>
              <a:srgbClr val="E2DCD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39848" y="5094342"/>
            <a:ext cx="4475776" cy="100585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8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267848" y="2725984"/>
            <a:ext cx="1656000" cy="1092500"/>
          </a:xfrm>
          <a:custGeom>
            <a:avLst/>
            <a:gdLst/>
            <a:ahLst/>
            <a:cxnLst/>
            <a:rect l="l" t="t" r="r" b="b"/>
            <a:pathLst>
              <a:path w="1656000" h="1092500">
                <a:moveTo>
                  <a:pt x="0" y="0"/>
                </a:moveTo>
                <a:lnTo>
                  <a:pt x="1656000" y="0"/>
                </a:lnTo>
                <a:lnTo>
                  <a:pt x="1656000" y="852150"/>
                </a:lnTo>
                <a:lnTo>
                  <a:pt x="828000" y="1092500"/>
                </a:lnTo>
                <a:lnTo>
                  <a:pt x="0" y="852150"/>
                </a:lnTo>
                <a:close/>
              </a:path>
            </a:pathLst>
          </a:custGeom>
          <a:solidFill>
            <a:srgbClr val="322014"/>
          </a:solidFill>
          <a:ln/>
        </p:spPr>
      </p:sp>
      <p:sp>
        <p:nvSpPr>
          <p:cNvPr id="25" name="Text 23"/>
          <p:cNvSpPr/>
          <p:nvPr/>
        </p:nvSpPr>
        <p:spPr>
          <a:xfrm>
            <a:off x="5375848" y="2725984"/>
            <a:ext cx="1440000" cy="109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収益を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拡大する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267848" y="3926484"/>
            <a:ext cx="1656000" cy="1092500"/>
          </a:xfrm>
          <a:custGeom>
            <a:avLst/>
            <a:gdLst/>
            <a:ahLst/>
            <a:cxnLst/>
            <a:rect l="l" t="t" r="r" b="b"/>
            <a:pathLst>
              <a:path w="1656000" h="1092500">
                <a:moveTo>
                  <a:pt x="0" y="0"/>
                </a:moveTo>
                <a:lnTo>
                  <a:pt x="1656000" y="0"/>
                </a:lnTo>
                <a:lnTo>
                  <a:pt x="1656000" y="852150"/>
                </a:lnTo>
                <a:lnTo>
                  <a:pt x="828000" y="1092500"/>
                </a:lnTo>
                <a:lnTo>
                  <a:pt x="0" y="852150"/>
                </a:lnTo>
                <a:close/>
              </a:path>
            </a:pathLst>
          </a:custGeom>
          <a:solidFill>
            <a:srgbClr val="5A3921"/>
          </a:solidFill>
          <a:ln/>
        </p:spPr>
      </p:sp>
      <p:sp>
        <p:nvSpPr>
          <p:cNvPr id="27" name="Text 25"/>
          <p:cNvSpPr/>
          <p:nvPr/>
        </p:nvSpPr>
        <p:spPr>
          <a:xfrm>
            <a:off x="5375848" y="3926484"/>
            <a:ext cx="1440000" cy="109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損失を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抑える</a:t>
            </a:r>
            <a:endParaRPr lang="en-US" sz="1400" dirty="0"/>
          </a:p>
        </p:txBody>
      </p:sp>
      <p:sp>
        <p:nvSpPr>
          <p:cNvPr id="28" name="TextBox 27"/>
          <p:cNvSpPr txBox="1"/>
          <p:nvPr/>
        </p:nvSpPr>
        <p:spPr>
          <a:xfrm>
            <a:off x="10015423" y="6565392"/>
            <a:ext cx="11887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50" b="0">
                <a:solidFill>
                  <a:srgbClr val="8A7B6B"/>
                </a:solidFill>
                <a:latin typeface="Yu Gothic"/>
              </a:rPr>
              <a:t>PPTX・HTML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320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スライド型カタログ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043623" y="4114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76072" y="784555"/>
            <a:ext cx="11039551" cy="0"/>
          </a:xfrm>
          <a:prstGeom prst="line">
            <a:avLst/>
          </a:prstGeom>
          <a:noFill/>
          <a:ln w="13970">
            <a:solidFill>
              <a:srgbClr val="32201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76072" y="2869200"/>
            <a:ext cx="7920000" cy="23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300" kern="0" dirty="0">
                <a:solidFill>
                  <a:srgbClr val="5A3921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76072" y="3337200"/>
            <a:ext cx="7920000" cy="46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進め方・計画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76072" y="3949200"/>
            <a:ext cx="7920000" cy="288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A392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段階・時間軸・因果で「どう進むか」を示す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76072" y="6245352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576072" y="6483096"/>
            <a:ext cx="11039551" cy="0"/>
          </a:xfrm>
          <a:prstGeom prst="line">
            <a:avLst/>
          </a:prstGeom>
          <a:noFill/>
          <a:ln w="8890">
            <a:solidFill>
              <a:srgbClr val="E2DCD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6072" y="65653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スライド型カタログ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1249863" y="65653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54</a:t>
            </a:r>
            <a:endParaRPr lang="en-US" sz="75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320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スライド型カタログ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043623" y="4114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28  PROCESS_FLOW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76072" y="784555"/>
            <a:ext cx="11039551" cy="0"/>
          </a:xfrm>
          <a:prstGeom prst="line">
            <a:avLst/>
          </a:prstGeom>
          <a:noFill/>
          <a:ln w="13970">
            <a:solidFill>
              <a:srgbClr val="322014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76072" y="914400"/>
            <a:ext cx="1103955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プロセスの段階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76072" y="6245352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出典：Source 1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76072" y="6483096"/>
            <a:ext cx="11039551" cy="0"/>
          </a:xfrm>
          <a:prstGeom prst="line">
            <a:avLst/>
          </a:prstGeom>
          <a:noFill/>
          <a:ln w="8890">
            <a:solidFill>
              <a:srgbClr val="E2DCD2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76072" y="65653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スライド型カタログ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249863" y="65653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55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576072" y="3188684"/>
            <a:ext cx="457200" cy="457200"/>
          </a:xfrm>
          <a:prstGeom prst="ellipse">
            <a:avLst/>
          </a:prstGeom>
          <a:ln w="19050">
            <a:solidFill>
              <a:srgbClr val="32201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6072" y="3188684"/>
            <a:ext cx="45720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76072" y="3847052"/>
            <a:ext cx="2439848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タイトル 2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576072" y="4267676"/>
            <a:ext cx="2439848" cy="1371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1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2878760" y="3188684"/>
            <a:ext cx="36576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›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3335960" y="3188684"/>
            <a:ext cx="457200" cy="457200"/>
          </a:xfrm>
          <a:prstGeom prst="ellipse">
            <a:avLst/>
          </a:prstGeom>
          <a:ln w="19050">
            <a:solidFill>
              <a:srgbClr val="32201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35960" y="3188684"/>
            <a:ext cx="45720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335960" y="3847052"/>
            <a:ext cx="2439848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タイトル 3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3335960" y="4267676"/>
            <a:ext cx="2439848" cy="1371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2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638648" y="3188684"/>
            <a:ext cx="36576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›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6095848" y="3188684"/>
            <a:ext cx="457200" cy="457200"/>
          </a:xfrm>
          <a:prstGeom prst="ellipse">
            <a:avLst/>
          </a:prstGeom>
          <a:ln w="19050">
            <a:solidFill>
              <a:srgbClr val="32201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95848" y="3188684"/>
            <a:ext cx="45720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095848" y="3847052"/>
            <a:ext cx="2439848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タイトル 4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095848" y="4267676"/>
            <a:ext cx="2439848" cy="1371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3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8398535" y="3188684"/>
            <a:ext cx="36576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›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8855735" y="3188684"/>
            <a:ext cx="457200" cy="457200"/>
          </a:xfrm>
          <a:prstGeom prst="ellipse">
            <a:avLst/>
          </a:prstGeom>
          <a:ln w="19050">
            <a:solidFill>
              <a:srgbClr val="32201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855735" y="3188684"/>
            <a:ext cx="45720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855735" y="3847052"/>
            <a:ext cx="2439848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タイトル 5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8855735" y="4267676"/>
            <a:ext cx="2439848" cy="1371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4</a:t>
            </a:r>
            <a:endParaRPr lang="en-US" sz="1150" dirty="0"/>
          </a:p>
        </p:txBody>
      </p:sp>
      <p:sp>
        <p:nvSpPr>
          <p:cNvPr id="29" name="TextBox 28"/>
          <p:cNvSpPr txBox="1"/>
          <p:nvPr/>
        </p:nvSpPr>
        <p:spPr>
          <a:xfrm>
            <a:off x="10015423" y="6565392"/>
            <a:ext cx="11887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50" b="0">
                <a:solidFill>
                  <a:srgbClr val="8A7B6B"/>
                </a:solidFill>
                <a:latin typeface="Yu Gothic"/>
              </a:rPr>
              <a:t>PPTX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320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スライド型カタログ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043623" y="4114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29  CYCLE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76072" y="784555"/>
            <a:ext cx="11039551" cy="0"/>
          </a:xfrm>
          <a:prstGeom prst="line">
            <a:avLst/>
          </a:prstGeom>
          <a:noFill/>
          <a:ln w="13970">
            <a:solidFill>
              <a:srgbClr val="322014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76072" y="914400"/>
            <a:ext cx="1103955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循環サイクル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76072" y="6245352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出典：Source 1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76072" y="6483096"/>
            <a:ext cx="11039551" cy="0"/>
          </a:xfrm>
          <a:prstGeom prst="line">
            <a:avLst/>
          </a:prstGeom>
          <a:noFill/>
          <a:ln w="8890">
            <a:solidFill>
              <a:srgbClr val="E2DCD2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76072" y="65653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スライド型カタログ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249863" y="65653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56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2255368" y="2377440"/>
            <a:ext cx="7680960" cy="3200400"/>
          </a:xfrm>
          <a:prstGeom prst="ellipse">
            <a:avLst/>
          </a:prstGeom>
          <a:ln w="12700">
            <a:solidFill>
              <a:srgbClr val="E2DCD2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 rot="2160000">
            <a:off x="7330830" y="3083555"/>
            <a:ext cx="329184" cy="182880"/>
          </a:xfrm>
          <a:prstGeom prst="rightArrow">
            <a:avLst/>
          </a:prstGeom>
          <a:solidFill>
            <a:srgbClr val="5A3921"/>
          </a:solidFill>
          <a:ln/>
        </p:spPr>
      </p:sp>
      <p:sp>
        <p:nvSpPr>
          <p:cNvPr id="12" name="Shape 10"/>
          <p:cNvSpPr/>
          <p:nvPr/>
        </p:nvSpPr>
        <p:spPr>
          <a:xfrm rot="6480000">
            <a:off x="8195814" y="4192783"/>
            <a:ext cx="329184" cy="182880"/>
          </a:xfrm>
          <a:prstGeom prst="rightArrow">
            <a:avLst/>
          </a:prstGeom>
          <a:solidFill>
            <a:srgbClr val="5A3921"/>
          </a:solidFill>
          <a:ln/>
        </p:spPr>
      </p:sp>
      <p:sp>
        <p:nvSpPr>
          <p:cNvPr id="13" name="Shape 11"/>
          <p:cNvSpPr/>
          <p:nvPr/>
        </p:nvSpPr>
        <p:spPr>
          <a:xfrm rot="10800000">
            <a:off x="5931256" y="4878324"/>
            <a:ext cx="329184" cy="182880"/>
          </a:xfrm>
          <a:prstGeom prst="rightArrow">
            <a:avLst/>
          </a:prstGeom>
          <a:solidFill>
            <a:srgbClr val="5A3921"/>
          </a:solidFill>
          <a:ln/>
        </p:spPr>
      </p:sp>
      <p:sp>
        <p:nvSpPr>
          <p:cNvPr id="14" name="Shape 12"/>
          <p:cNvSpPr/>
          <p:nvPr/>
        </p:nvSpPr>
        <p:spPr>
          <a:xfrm rot="15120000">
            <a:off x="3666697" y="4192783"/>
            <a:ext cx="329184" cy="182880"/>
          </a:xfrm>
          <a:prstGeom prst="rightArrow">
            <a:avLst/>
          </a:prstGeom>
          <a:solidFill>
            <a:srgbClr val="5A3921"/>
          </a:solidFill>
          <a:ln/>
        </p:spPr>
      </p:sp>
      <p:sp>
        <p:nvSpPr>
          <p:cNvPr id="15" name="Shape 13"/>
          <p:cNvSpPr/>
          <p:nvPr/>
        </p:nvSpPr>
        <p:spPr>
          <a:xfrm rot="19440000">
            <a:off x="4531682" y="3083555"/>
            <a:ext cx="329184" cy="182880"/>
          </a:xfrm>
          <a:prstGeom prst="rightArrow">
            <a:avLst/>
          </a:prstGeom>
          <a:solidFill>
            <a:srgbClr val="5A3921"/>
          </a:solidFill>
          <a:ln/>
        </p:spPr>
      </p:sp>
      <p:sp>
        <p:nvSpPr>
          <p:cNvPr id="16" name="Shape 14"/>
          <p:cNvSpPr/>
          <p:nvPr/>
        </p:nvSpPr>
        <p:spPr>
          <a:xfrm>
            <a:off x="5867248" y="1810512"/>
            <a:ext cx="457200" cy="457200"/>
          </a:xfrm>
          <a:prstGeom prst="ellipse">
            <a:avLst/>
          </a:prstGeom>
          <a:ln w="19050">
            <a:solidFill>
              <a:srgbClr val="32201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67248" y="1810512"/>
            <a:ext cx="45720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907128" y="2395728"/>
            <a:ext cx="2377440" cy="3291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タイトル 2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907128" y="2761488"/>
            <a:ext cx="237744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1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519761" y="2916223"/>
            <a:ext cx="457200" cy="457200"/>
          </a:xfrm>
          <a:prstGeom prst="ellipse">
            <a:avLst/>
          </a:prstGeom>
          <a:ln w="19050">
            <a:solidFill>
              <a:srgbClr val="32201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519761" y="2916223"/>
            <a:ext cx="45720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559641" y="3501439"/>
            <a:ext cx="2377440" cy="3291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タイトル 3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8559641" y="3867199"/>
            <a:ext cx="237744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2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124625" y="4705301"/>
            <a:ext cx="457200" cy="457200"/>
          </a:xfrm>
          <a:prstGeom prst="ellipse">
            <a:avLst/>
          </a:prstGeom>
          <a:ln w="19050">
            <a:solidFill>
              <a:srgbClr val="32201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124625" y="4705301"/>
            <a:ext cx="45720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164505" y="5290517"/>
            <a:ext cx="2377440" cy="3291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タイトル 4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7164505" y="5656277"/>
            <a:ext cx="237744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3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09870" y="4705301"/>
            <a:ext cx="457200" cy="457200"/>
          </a:xfrm>
          <a:prstGeom prst="ellipse">
            <a:avLst/>
          </a:prstGeom>
          <a:ln w="19050">
            <a:solidFill>
              <a:srgbClr val="32201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09870" y="4705301"/>
            <a:ext cx="45720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2649750" y="5290517"/>
            <a:ext cx="2377440" cy="3291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タイトル 5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2649750" y="5656277"/>
            <a:ext cx="237744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4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214734" y="2916223"/>
            <a:ext cx="457200" cy="457200"/>
          </a:xfrm>
          <a:prstGeom prst="ellipse">
            <a:avLst/>
          </a:prstGeom>
          <a:ln w="19050">
            <a:solidFill>
              <a:srgbClr val="32201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214734" y="2916223"/>
            <a:ext cx="45720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1254614" y="3501439"/>
            <a:ext cx="2377440" cy="3291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タイトル 6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1254614" y="3867199"/>
            <a:ext cx="237744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5</a:t>
            </a:r>
            <a:endParaRPr lang="en-US" sz="1100" dirty="0"/>
          </a:p>
        </p:txBody>
      </p:sp>
      <p:sp>
        <p:nvSpPr>
          <p:cNvPr id="36" name="TextBox 35"/>
          <p:cNvSpPr txBox="1"/>
          <p:nvPr/>
        </p:nvSpPr>
        <p:spPr>
          <a:xfrm>
            <a:off x="10015423" y="6565392"/>
            <a:ext cx="11887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50" b="0">
                <a:solidFill>
                  <a:srgbClr val="8A7B6B"/>
                </a:solidFill>
                <a:latin typeface="Yu Gothic"/>
              </a:rPr>
              <a:t>PPTX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320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スライド型カタログ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043623" y="4114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30  CHEVRON_RAIL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76072" y="784555"/>
            <a:ext cx="11039551" cy="0"/>
          </a:xfrm>
          <a:prstGeom prst="line">
            <a:avLst/>
          </a:prstGeom>
          <a:noFill/>
          <a:ln w="13970">
            <a:solidFill>
              <a:srgbClr val="322014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76072" y="914400"/>
            <a:ext cx="1103955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矢羽の段階（全体像の見出し）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76072" y="6245352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出典：Source 1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76072" y="6483096"/>
            <a:ext cx="11039551" cy="0"/>
          </a:xfrm>
          <a:prstGeom prst="line">
            <a:avLst/>
          </a:prstGeom>
          <a:noFill/>
          <a:ln w="8890">
            <a:solidFill>
              <a:srgbClr val="E2DCD2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76072" y="65653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スライド型カタログ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249863" y="65653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57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576072" y="3177540"/>
            <a:ext cx="2527950" cy="1371600"/>
          </a:xfrm>
          <a:prstGeom prst="chevron">
            <a:avLst/>
          </a:prstGeom>
          <a:solidFill>
            <a:srgbClr val="EFEEE8"/>
          </a:solidFill>
          <a:ln/>
        </p:spPr>
      </p:sp>
      <p:sp>
        <p:nvSpPr>
          <p:cNvPr id="11" name="Shape 9"/>
          <p:cNvSpPr/>
          <p:nvPr/>
        </p:nvSpPr>
        <p:spPr>
          <a:xfrm>
            <a:off x="850392" y="3662172"/>
            <a:ext cx="402336" cy="402336"/>
          </a:xfrm>
          <a:prstGeom prst="ellipse">
            <a:avLst/>
          </a:prstGeom>
          <a:solidFill>
            <a:srgbClr val="322014"/>
          </a:solidFill>
          <a:ln/>
        </p:spPr>
      </p:sp>
      <p:sp>
        <p:nvSpPr>
          <p:cNvPr id="12" name="Text 10"/>
          <p:cNvSpPr/>
          <p:nvPr/>
        </p:nvSpPr>
        <p:spPr>
          <a:xfrm>
            <a:off x="850392" y="3662172"/>
            <a:ext cx="402336" cy="4023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53312" y="3561588"/>
            <a:ext cx="156783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タイトル 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353312" y="3872484"/>
            <a:ext cx="156783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1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783982" y="3177540"/>
            <a:ext cx="2527950" cy="1371600"/>
          </a:xfrm>
          <a:prstGeom prst="chevron">
            <a:avLst/>
          </a:prstGeom>
          <a:solidFill>
            <a:srgbClr val="EFEEE8"/>
          </a:solidFill>
          <a:ln/>
        </p:spPr>
      </p:sp>
      <p:sp>
        <p:nvSpPr>
          <p:cNvPr id="16" name="Shape 14"/>
          <p:cNvSpPr/>
          <p:nvPr/>
        </p:nvSpPr>
        <p:spPr>
          <a:xfrm>
            <a:off x="3058302" y="3662172"/>
            <a:ext cx="402336" cy="402336"/>
          </a:xfrm>
          <a:prstGeom prst="ellipse">
            <a:avLst/>
          </a:prstGeom>
          <a:solidFill>
            <a:srgbClr val="322014"/>
          </a:solidFill>
          <a:ln/>
        </p:spPr>
      </p:sp>
      <p:sp>
        <p:nvSpPr>
          <p:cNvPr id="17" name="Text 15"/>
          <p:cNvSpPr/>
          <p:nvPr/>
        </p:nvSpPr>
        <p:spPr>
          <a:xfrm>
            <a:off x="3058302" y="3662172"/>
            <a:ext cx="402336" cy="4023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561222" y="3561588"/>
            <a:ext cx="156783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タイトル 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561222" y="3872484"/>
            <a:ext cx="156783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2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991892" y="3177540"/>
            <a:ext cx="2527950" cy="1371600"/>
          </a:xfrm>
          <a:prstGeom prst="chevron">
            <a:avLst/>
          </a:prstGeom>
          <a:solidFill>
            <a:srgbClr val="EFEEE8"/>
          </a:solidFill>
          <a:ln/>
        </p:spPr>
      </p:sp>
      <p:sp>
        <p:nvSpPr>
          <p:cNvPr id="21" name="Shape 19"/>
          <p:cNvSpPr/>
          <p:nvPr/>
        </p:nvSpPr>
        <p:spPr>
          <a:xfrm>
            <a:off x="5266212" y="3662172"/>
            <a:ext cx="402336" cy="402336"/>
          </a:xfrm>
          <a:prstGeom prst="ellipse">
            <a:avLst/>
          </a:prstGeom>
          <a:solidFill>
            <a:srgbClr val="322014"/>
          </a:solidFill>
          <a:ln/>
        </p:spPr>
      </p:sp>
      <p:sp>
        <p:nvSpPr>
          <p:cNvPr id="22" name="Text 20"/>
          <p:cNvSpPr/>
          <p:nvPr/>
        </p:nvSpPr>
        <p:spPr>
          <a:xfrm>
            <a:off x="5266212" y="3662172"/>
            <a:ext cx="402336" cy="4023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769132" y="3561588"/>
            <a:ext cx="156783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タイトル 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769132" y="3872484"/>
            <a:ext cx="156783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3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199803" y="3177540"/>
            <a:ext cx="2527950" cy="1371600"/>
          </a:xfrm>
          <a:prstGeom prst="chevron">
            <a:avLst/>
          </a:prstGeom>
          <a:solidFill>
            <a:srgbClr val="EFEEE8"/>
          </a:solidFill>
          <a:ln/>
        </p:spPr>
      </p:sp>
      <p:sp>
        <p:nvSpPr>
          <p:cNvPr id="26" name="Shape 24"/>
          <p:cNvSpPr/>
          <p:nvPr/>
        </p:nvSpPr>
        <p:spPr>
          <a:xfrm>
            <a:off x="7474123" y="3662172"/>
            <a:ext cx="402336" cy="402336"/>
          </a:xfrm>
          <a:prstGeom prst="ellipse">
            <a:avLst/>
          </a:prstGeom>
          <a:solidFill>
            <a:srgbClr val="322014"/>
          </a:solidFill>
          <a:ln/>
        </p:spPr>
      </p:sp>
      <p:sp>
        <p:nvSpPr>
          <p:cNvPr id="27" name="Text 25"/>
          <p:cNvSpPr/>
          <p:nvPr/>
        </p:nvSpPr>
        <p:spPr>
          <a:xfrm>
            <a:off x="7474123" y="3662172"/>
            <a:ext cx="402336" cy="4023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977043" y="3561588"/>
            <a:ext cx="156783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タイトル 5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977043" y="3872484"/>
            <a:ext cx="156783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4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9407713" y="3177540"/>
            <a:ext cx="2527950" cy="1371600"/>
          </a:xfrm>
          <a:prstGeom prst="chevron">
            <a:avLst/>
          </a:prstGeom>
          <a:solidFill>
            <a:srgbClr val="EFEEE8"/>
          </a:solidFill>
          <a:ln/>
        </p:spPr>
      </p:sp>
      <p:sp>
        <p:nvSpPr>
          <p:cNvPr id="31" name="Shape 29"/>
          <p:cNvSpPr/>
          <p:nvPr/>
        </p:nvSpPr>
        <p:spPr>
          <a:xfrm>
            <a:off x="9682033" y="3662172"/>
            <a:ext cx="402336" cy="402336"/>
          </a:xfrm>
          <a:prstGeom prst="ellipse">
            <a:avLst/>
          </a:prstGeom>
          <a:solidFill>
            <a:srgbClr val="322014"/>
          </a:solidFill>
          <a:ln/>
        </p:spPr>
      </p:sp>
      <p:sp>
        <p:nvSpPr>
          <p:cNvPr id="32" name="Text 30"/>
          <p:cNvSpPr/>
          <p:nvPr/>
        </p:nvSpPr>
        <p:spPr>
          <a:xfrm>
            <a:off x="9682033" y="3662172"/>
            <a:ext cx="402336" cy="4023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0184953" y="3561588"/>
            <a:ext cx="156783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タイトル 6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0184953" y="3872484"/>
            <a:ext cx="156783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5</a:t>
            </a:r>
            <a:endParaRPr lang="en-US" sz="1050" dirty="0"/>
          </a:p>
        </p:txBody>
      </p:sp>
      <p:sp>
        <p:nvSpPr>
          <p:cNvPr id="35" name="TextBox 34"/>
          <p:cNvSpPr txBox="1"/>
          <p:nvPr/>
        </p:nvSpPr>
        <p:spPr>
          <a:xfrm>
            <a:off x="10015423" y="6565392"/>
            <a:ext cx="11887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50" b="0">
                <a:solidFill>
                  <a:srgbClr val="8A7B6B"/>
                </a:solidFill>
                <a:latin typeface="Yu Gothic"/>
              </a:rPr>
              <a:t>PPTX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320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スライド型カタログ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043623" y="4114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パーツ05｜矢羽（プロセス・変遷）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76072" y="784555"/>
            <a:ext cx="11039551" cy="0"/>
          </a:xfrm>
          <a:prstGeom prst="line">
            <a:avLst/>
          </a:prstGeom>
          <a:noFill/>
          <a:ln w="13970">
            <a:solidFill>
              <a:srgbClr val="322014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76072" y="914400"/>
            <a:ext cx="1103955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矢羽（プロセス・変遷）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76072" y="6245352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出典：Source 1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76072" y="6483096"/>
            <a:ext cx="11039551" cy="0"/>
          </a:xfrm>
          <a:prstGeom prst="line">
            <a:avLst/>
          </a:prstGeom>
          <a:noFill/>
          <a:ln w="8890">
            <a:solidFill>
              <a:srgbClr val="E2DCD2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76072" y="65653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スライド型カタログ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249863" y="65653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58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576072" y="3346704"/>
            <a:ext cx="2732888" cy="1051560"/>
          </a:xfrm>
          <a:prstGeom prst="homePlate">
            <a:avLst>
              <a:gd name="adj" fmla="val 20541"/>
            </a:avLst>
          </a:prstGeom>
          <a:solidFill>
            <a:srgbClr val="EFEEE8"/>
          </a:solidFill>
          <a:ln/>
        </p:spPr>
      </p:sp>
      <p:sp>
        <p:nvSpPr>
          <p:cNvPr id="11" name="Text 9"/>
          <p:cNvSpPr/>
          <p:nvPr/>
        </p:nvSpPr>
        <p:spPr>
          <a:xfrm>
            <a:off x="756072" y="3490704"/>
            <a:ext cx="2120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A392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YYYY年M月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56072" y="3765024"/>
            <a:ext cx="2120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 1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56072" y="4075920"/>
            <a:ext cx="2120888" cy="2143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1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344960" y="3346704"/>
            <a:ext cx="2732888" cy="1051560"/>
          </a:xfrm>
          <a:prstGeom prst="chevron">
            <a:avLst>
              <a:gd name="adj" fmla="val 20541"/>
            </a:avLst>
          </a:prstGeom>
          <a:solidFill>
            <a:srgbClr val="EFEEE8"/>
          </a:solidFill>
          <a:ln/>
        </p:spPr>
      </p:sp>
      <p:sp>
        <p:nvSpPr>
          <p:cNvPr id="15" name="Text 13"/>
          <p:cNvSpPr/>
          <p:nvPr/>
        </p:nvSpPr>
        <p:spPr>
          <a:xfrm>
            <a:off x="3668960" y="3490704"/>
            <a:ext cx="1976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A392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YYYY年M月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668960" y="3765024"/>
            <a:ext cx="1976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 2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668960" y="4075920"/>
            <a:ext cx="1976888" cy="2143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2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113848" y="3346704"/>
            <a:ext cx="2732888" cy="1051560"/>
          </a:xfrm>
          <a:prstGeom prst="chevron">
            <a:avLst>
              <a:gd name="adj" fmla="val 20541"/>
            </a:avLst>
          </a:prstGeom>
          <a:solidFill>
            <a:srgbClr val="EFEEE8"/>
          </a:solidFill>
          <a:ln/>
        </p:spPr>
      </p:sp>
      <p:sp>
        <p:nvSpPr>
          <p:cNvPr id="19" name="Text 17"/>
          <p:cNvSpPr/>
          <p:nvPr/>
        </p:nvSpPr>
        <p:spPr>
          <a:xfrm>
            <a:off x="6437848" y="3490704"/>
            <a:ext cx="1976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A392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YYYY年M月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37848" y="3765024"/>
            <a:ext cx="1976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 3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437848" y="4075920"/>
            <a:ext cx="1976888" cy="2143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3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882735" y="3346704"/>
            <a:ext cx="2732888" cy="1051560"/>
          </a:xfrm>
          <a:prstGeom prst="chevron">
            <a:avLst>
              <a:gd name="adj" fmla="val 20541"/>
            </a:avLst>
          </a:prstGeom>
          <a:solidFill>
            <a:srgbClr val="EFEEE8"/>
          </a:solidFill>
          <a:ln/>
        </p:spPr>
      </p:sp>
      <p:sp>
        <p:nvSpPr>
          <p:cNvPr id="23" name="Text 21"/>
          <p:cNvSpPr/>
          <p:nvPr/>
        </p:nvSpPr>
        <p:spPr>
          <a:xfrm>
            <a:off x="9206735" y="3490704"/>
            <a:ext cx="1976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A392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現在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206735" y="3765024"/>
            <a:ext cx="1976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 4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9206735" y="4075920"/>
            <a:ext cx="1976888" cy="2143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4</a:t>
            </a:r>
            <a:endParaRPr lang="en-US" sz="900" dirty="0"/>
          </a:p>
        </p:txBody>
      </p:sp>
      <p:sp>
        <p:nvSpPr>
          <p:cNvPr id="26" name="TextBox 25"/>
          <p:cNvSpPr txBox="1"/>
          <p:nvPr/>
        </p:nvSpPr>
        <p:spPr>
          <a:xfrm>
            <a:off x="10015423" y="6565392"/>
            <a:ext cx="11887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50" b="0">
                <a:solidFill>
                  <a:srgbClr val="8A7B6B"/>
                </a:solidFill>
                <a:latin typeface="Yu Gothic"/>
              </a:rPr>
              <a:t>PPTX・HTML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320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スライド型カタログ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043623" y="4114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31  CHEVRON_VALUE_CHAIN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76072" y="784555"/>
            <a:ext cx="11039551" cy="0"/>
          </a:xfrm>
          <a:prstGeom prst="line">
            <a:avLst/>
          </a:prstGeom>
          <a:noFill/>
          <a:ln w="13970">
            <a:solidFill>
              <a:srgbClr val="322014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76072" y="914400"/>
            <a:ext cx="1103955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バリューチェーン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76072" y="6245352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出典：Source 1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76072" y="6483096"/>
            <a:ext cx="11039551" cy="0"/>
          </a:xfrm>
          <a:prstGeom prst="line">
            <a:avLst/>
          </a:prstGeom>
          <a:noFill/>
          <a:ln w="8890">
            <a:solidFill>
              <a:srgbClr val="E2DCD2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76072" y="65653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スライド型カタログ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249863" y="65653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59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76072" y="1874520"/>
            <a:ext cx="11039551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ラベル1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76072" y="2185416"/>
            <a:ext cx="1733833" cy="411480"/>
          </a:xfrm>
          <a:prstGeom prst="homePlate">
            <a:avLst/>
          </a:prstGeom>
          <a:solidFill>
            <a:srgbClr val="322014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185416"/>
            <a:ext cx="1368073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ラベル2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127025" y="2185416"/>
            <a:ext cx="1733833" cy="411480"/>
          </a:xfrm>
          <a:prstGeom prst="chevron">
            <a:avLst/>
          </a:prstGeom>
          <a:solidFill>
            <a:srgbClr val="322014"/>
          </a:solidFill>
          <a:ln/>
        </p:spPr>
      </p:sp>
      <p:sp>
        <p:nvSpPr>
          <p:cNvPr id="14" name="Text 12"/>
          <p:cNvSpPr/>
          <p:nvPr/>
        </p:nvSpPr>
        <p:spPr>
          <a:xfrm>
            <a:off x="2236753" y="2185416"/>
            <a:ext cx="1368073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ラベル3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77978" y="2185416"/>
            <a:ext cx="1733833" cy="411480"/>
          </a:xfrm>
          <a:prstGeom prst="chevron">
            <a:avLst/>
          </a:prstGeom>
          <a:solidFill>
            <a:srgbClr val="322014"/>
          </a:solidFill>
          <a:ln/>
        </p:spPr>
      </p:sp>
      <p:sp>
        <p:nvSpPr>
          <p:cNvPr id="16" name="Text 14"/>
          <p:cNvSpPr/>
          <p:nvPr/>
        </p:nvSpPr>
        <p:spPr>
          <a:xfrm>
            <a:off x="3787706" y="2185416"/>
            <a:ext cx="1368073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ラベル4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228931" y="2185416"/>
            <a:ext cx="1733833" cy="411480"/>
          </a:xfrm>
          <a:prstGeom prst="chevron">
            <a:avLst/>
          </a:prstGeom>
          <a:solidFill>
            <a:srgbClr val="322014"/>
          </a:solidFill>
          <a:ln/>
        </p:spPr>
      </p:sp>
      <p:sp>
        <p:nvSpPr>
          <p:cNvPr id="18" name="Text 16"/>
          <p:cNvSpPr/>
          <p:nvPr/>
        </p:nvSpPr>
        <p:spPr>
          <a:xfrm>
            <a:off x="5338659" y="2185416"/>
            <a:ext cx="1368073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ラベル5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779884" y="2185416"/>
            <a:ext cx="1733833" cy="411480"/>
          </a:xfrm>
          <a:prstGeom prst="chevron">
            <a:avLst/>
          </a:prstGeom>
          <a:solidFill>
            <a:srgbClr val="322014"/>
          </a:solidFill>
          <a:ln/>
        </p:spPr>
      </p:sp>
      <p:sp>
        <p:nvSpPr>
          <p:cNvPr id="20" name="Text 18"/>
          <p:cNvSpPr/>
          <p:nvPr/>
        </p:nvSpPr>
        <p:spPr>
          <a:xfrm>
            <a:off x="6889612" y="2185416"/>
            <a:ext cx="1368073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ラベル6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330837" y="2185416"/>
            <a:ext cx="1733833" cy="411480"/>
          </a:xfrm>
          <a:prstGeom prst="chevron">
            <a:avLst/>
          </a:prstGeom>
          <a:solidFill>
            <a:srgbClr val="322014"/>
          </a:solidFill>
          <a:ln/>
        </p:spPr>
      </p:sp>
      <p:sp>
        <p:nvSpPr>
          <p:cNvPr id="22" name="Text 20"/>
          <p:cNvSpPr/>
          <p:nvPr/>
        </p:nvSpPr>
        <p:spPr>
          <a:xfrm>
            <a:off x="8440565" y="2185416"/>
            <a:ext cx="1368073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ラベル7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9881790" y="2185416"/>
            <a:ext cx="1733833" cy="411480"/>
          </a:xfrm>
          <a:prstGeom prst="chevron">
            <a:avLst/>
          </a:prstGeom>
          <a:solidFill>
            <a:srgbClr val="322014"/>
          </a:solidFill>
          <a:ln/>
        </p:spPr>
      </p:sp>
      <p:sp>
        <p:nvSpPr>
          <p:cNvPr id="24" name="Text 22"/>
          <p:cNvSpPr/>
          <p:nvPr/>
        </p:nvSpPr>
        <p:spPr>
          <a:xfrm>
            <a:off x="9991518" y="2185416"/>
            <a:ext cx="1368073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ラベル8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94360" y="2706624"/>
            <a:ext cx="1276633" cy="11064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1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145313" y="2724912"/>
            <a:ext cx="0" cy="1033272"/>
          </a:xfrm>
          <a:prstGeom prst="line">
            <a:avLst/>
          </a:prstGeom>
          <a:noFill/>
          <a:ln w="6350">
            <a:solidFill>
              <a:srgbClr val="E2DCD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255041" y="2706624"/>
            <a:ext cx="1276633" cy="11064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2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96266" y="2724912"/>
            <a:ext cx="0" cy="1033272"/>
          </a:xfrm>
          <a:prstGeom prst="line">
            <a:avLst/>
          </a:prstGeom>
          <a:noFill/>
          <a:ln w="6350">
            <a:solidFill>
              <a:srgbClr val="E2DCD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805994" y="2706624"/>
            <a:ext cx="1276633" cy="11064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3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247219" y="2724912"/>
            <a:ext cx="0" cy="1033272"/>
          </a:xfrm>
          <a:prstGeom prst="line">
            <a:avLst/>
          </a:prstGeom>
          <a:noFill/>
          <a:ln w="6350">
            <a:solidFill>
              <a:srgbClr val="E2DCD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56947" y="2706624"/>
            <a:ext cx="1276633" cy="11064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4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798172" y="2724912"/>
            <a:ext cx="0" cy="1033272"/>
          </a:xfrm>
          <a:prstGeom prst="line">
            <a:avLst/>
          </a:prstGeom>
          <a:noFill/>
          <a:ln w="6350">
            <a:solidFill>
              <a:srgbClr val="E2DCD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907900" y="2706624"/>
            <a:ext cx="1276633" cy="11064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5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8349125" y="2724912"/>
            <a:ext cx="0" cy="1033272"/>
          </a:xfrm>
          <a:prstGeom prst="line">
            <a:avLst/>
          </a:prstGeom>
          <a:noFill/>
          <a:ln w="6350">
            <a:solidFill>
              <a:srgbClr val="E2DCD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458853" y="2706624"/>
            <a:ext cx="1276633" cy="11064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6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9900078" y="2724912"/>
            <a:ext cx="0" cy="1033272"/>
          </a:xfrm>
          <a:prstGeom prst="line">
            <a:avLst/>
          </a:prstGeom>
          <a:noFill/>
          <a:ln w="6350">
            <a:solidFill>
              <a:srgbClr val="E2DCD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009806" y="2706624"/>
            <a:ext cx="1276633" cy="11064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7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76072" y="4041648"/>
            <a:ext cx="11039551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ラベル9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576072" y="4352544"/>
            <a:ext cx="1733833" cy="411480"/>
          </a:xfrm>
          <a:prstGeom prst="homePlate">
            <a:avLst/>
          </a:prstGeom>
          <a:solidFill>
            <a:srgbClr val="C5A681"/>
          </a:solidFill>
          <a:ln/>
        </p:spPr>
      </p:sp>
      <p:sp>
        <p:nvSpPr>
          <p:cNvPr id="40" name="Text 38"/>
          <p:cNvSpPr/>
          <p:nvPr/>
        </p:nvSpPr>
        <p:spPr>
          <a:xfrm>
            <a:off x="685800" y="4352544"/>
            <a:ext cx="1368073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ラベル10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2127025" y="4352544"/>
            <a:ext cx="1733833" cy="411480"/>
          </a:xfrm>
          <a:prstGeom prst="chevron">
            <a:avLst/>
          </a:prstGeom>
          <a:solidFill>
            <a:srgbClr val="C5A681"/>
          </a:solidFill>
          <a:ln/>
        </p:spPr>
      </p:sp>
      <p:sp>
        <p:nvSpPr>
          <p:cNvPr id="42" name="Text 40"/>
          <p:cNvSpPr/>
          <p:nvPr/>
        </p:nvSpPr>
        <p:spPr>
          <a:xfrm>
            <a:off x="2236753" y="4352544"/>
            <a:ext cx="1368073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ラベル11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3677978" y="4352544"/>
            <a:ext cx="1733833" cy="411480"/>
          </a:xfrm>
          <a:prstGeom prst="chevron">
            <a:avLst/>
          </a:prstGeom>
          <a:solidFill>
            <a:srgbClr val="C5A681"/>
          </a:solidFill>
          <a:ln/>
        </p:spPr>
      </p:sp>
      <p:sp>
        <p:nvSpPr>
          <p:cNvPr id="44" name="Text 42"/>
          <p:cNvSpPr/>
          <p:nvPr/>
        </p:nvSpPr>
        <p:spPr>
          <a:xfrm>
            <a:off x="3787706" y="4352544"/>
            <a:ext cx="1368073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ラベル12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5228931" y="4352544"/>
            <a:ext cx="1733833" cy="411480"/>
          </a:xfrm>
          <a:prstGeom prst="chevron">
            <a:avLst/>
          </a:prstGeom>
          <a:solidFill>
            <a:srgbClr val="C5A681"/>
          </a:solidFill>
          <a:ln/>
        </p:spPr>
      </p:sp>
      <p:sp>
        <p:nvSpPr>
          <p:cNvPr id="46" name="Text 44"/>
          <p:cNvSpPr/>
          <p:nvPr/>
        </p:nvSpPr>
        <p:spPr>
          <a:xfrm>
            <a:off x="5338659" y="4352544"/>
            <a:ext cx="1368073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ラベル13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6779884" y="4352544"/>
            <a:ext cx="1733833" cy="411480"/>
          </a:xfrm>
          <a:prstGeom prst="chevron">
            <a:avLst/>
          </a:prstGeom>
          <a:solidFill>
            <a:srgbClr val="C5A681"/>
          </a:solidFill>
          <a:ln/>
        </p:spPr>
      </p:sp>
      <p:sp>
        <p:nvSpPr>
          <p:cNvPr id="48" name="Text 46"/>
          <p:cNvSpPr/>
          <p:nvPr/>
        </p:nvSpPr>
        <p:spPr>
          <a:xfrm>
            <a:off x="6889612" y="4352544"/>
            <a:ext cx="1368073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ラベル14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8330837" y="4352544"/>
            <a:ext cx="1733833" cy="411480"/>
          </a:xfrm>
          <a:prstGeom prst="chevron">
            <a:avLst/>
          </a:prstGeom>
          <a:solidFill>
            <a:srgbClr val="C5A681"/>
          </a:solidFill>
          <a:ln/>
        </p:spPr>
      </p:sp>
      <p:sp>
        <p:nvSpPr>
          <p:cNvPr id="50" name="Text 48"/>
          <p:cNvSpPr/>
          <p:nvPr/>
        </p:nvSpPr>
        <p:spPr>
          <a:xfrm>
            <a:off x="8440565" y="4352544"/>
            <a:ext cx="1368073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ラベル15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9881790" y="4352544"/>
            <a:ext cx="1733833" cy="411480"/>
          </a:xfrm>
          <a:prstGeom prst="chevron">
            <a:avLst/>
          </a:prstGeom>
          <a:solidFill>
            <a:srgbClr val="C5A681"/>
          </a:solidFill>
          <a:ln/>
        </p:spPr>
      </p:sp>
      <p:sp>
        <p:nvSpPr>
          <p:cNvPr id="52" name="Text 50"/>
          <p:cNvSpPr/>
          <p:nvPr/>
        </p:nvSpPr>
        <p:spPr>
          <a:xfrm>
            <a:off x="9991518" y="4352544"/>
            <a:ext cx="1368073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ラベル16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594360" y="4873752"/>
            <a:ext cx="1276633" cy="11064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8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2145313" y="4892040"/>
            <a:ext cx="0" cy="1033272"/>
          </a:xfrm>
          <a:prstGeom prst="line">
            <a:avLst/>
          </a:prstGeom>
          <a:noFill/>
          <a:ln w="6350">
            <a:solidFill>
              <a:srgbClr val="E2DCD2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255041" y="4873752"/>
            <a:ext cx="1276633" cy="11064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9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3696266" y="4892040"/>
            <a:ext cx="0" cy="1033272"/>
          </a:xfrm>
          <a:prstGeom prst="line">
            <a:avLst/>
          </a:prstGeom>
          <a:noFill/>
          <a:ln w="6350">
            <a:solidFill>
              <a:srgbClr val="E2DCD2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805994" y="4873752"/>
            <a:ext cx="1276633" cy="11064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10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5247219" y="4892040"/>
            <a:ext cx="0" cy="1033272"/>
          </a:xfrm>
          <a:prstGeom prst="line">
            <a:avLst/>
          </a:prstGeom>
          <a:noFill/>
          <a:ln w="6350">
            <a:solidFill>
              <a:srgbClr val="E2DCD2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356947" y="4873752"/>
            <a:ext cx="1276633" cy="11064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11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6798172" y="4892040"/>
            <a:ext cx="0" cy="1033272"/>
          </a:xfrm>
          <a:prstGeom prst="line">
            <a:avLst/>
          </a:prstGeom>
          <a:noFill/>
          <a:ln w="6350">
            <a:solidFill>
              <a:srgbClr val="E2DCD2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907900" y="4873752"/>
            <a:ext cx="1276633" cy="11064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12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8349125" y="4892040"/>
            <a:ext cx="0" cy="1033272"/>
          </a:xfrm>
          <a:prstGeom prst="line">
            <a:avLst/>
          </a:prstGeom>
          <a:noFill/>
          <a:ln w="6350">
            <a:solidFill>
              <a:srgbClr val="E2DCD2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8458853" y="4873752"/>
            <a:ext cx="1276633" cy="11064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13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9900078" y="4892040"/>
            <a:ext cx="0" cy="1033272"/>
          </a:xfrm>
          <a:prstGeom prst="line">
            <a:avLst/>
          </a:prstGeom>
          <a:noFill/>
          <a:ln w="6350">
            <a:solidFill>
              <a:srgbClr val="E2DCD2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10009806" y="4873752"/>
            <a:ext cx="1276633" cy="11064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14</a:t>
            </a:r>
            <a:endParaRPr lang="en-US" sz="1000" dirty="0"/>
          </a:p>
        </p:txBody>
      </p:sp>
      <p:sp>
        <p:nvSpPr>
          <p:cNvPr id="66" name="TextBox 65"/>
          <p:cNvSpPr txBox="1"/>
          <p:nvPr/>
        </p:nvSpPr>
        <p:spPr>
          <a:xfrm>
            <a:off x="10015423" y="6565392"/>
            <a:ext cx="11887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50" b="0">
                <a:solidFill>
                  <a:srgbClr val="8A7B6B"/>
                </a:solidFill>
                <a:latin typeface="Yu Gothic"/>
              </a:rPr>
              <a:t>PPTX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320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スライド型カタログ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043623" y="4114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32  DECISION_FORK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76072" y="784555"/>
            <a:ext cx="11039551" cy="0"/>
          </a:xfrm>
          <a:prstGeom prst="line">
            <a:avLst/>
          </a:prstGeom>
          <a:noFill/>
          <a:ln w="13970">
            <a:solidFill>
              <a:srgbClr val="322014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76072" y="914400"/>
            <a:ext cx="1103955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分岐と判断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76072" y="6245352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出典：Source 1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76072" y="6483096"/>
            <a:ext cx="11039551" cy="0"/>
          </a:xfrm>
          <a:prstGeom prst="line">
            <a:avLst/>
          </a:prstGeom>
          <a:noFill/>
          <a:ln w="8890">
            <a:solidFill>
              <a:srgbClr val="E2DCD2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76072" y="65653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スライド型カタログ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249863" y="65653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60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576072" y="2894076"/>
            <a:ext cx="54864" cy="1280160"/>
          </a:xfrm>
          <a:prstGeom prst="rect">
            <a:avLst/>
          </a:prstGeom>
          <a:solidFill>
            <a:srgbClr val="5A3921"/>
          </a:solidFill>
          <a:ln/>
        </p:spPr>
      </p:sp>
      <p:sp>
        <p:nvSpPr>
          <p:cNvPr id="11" name="Text 9"/>
          <p:cNvSpPr/>
          <p:nvPr/>
        </p:nvSpPr>
        <p:spPr>
          <a:xfrm>
            <a:off x="832104" y="2939796"/>
            <a:ext cx="3767328" cy="11887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問い 1：検討すべき問いを記載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4873752" y="2674620"/>
            <a:ext cx="0" cy="2377440"/>
          </a:xfrm>
          <a:prstGeom prst="line">
            <a:avLst/>
          </a:prstGeom>
          <a:noFill/>
          <a:ln w="12700">
            <a:solidFill>
              <a:srgbClr val="E2DCD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73752" y="2674620"/>
            <a:ext cx="274320" cy="0"/>
          </a:xfrm>
          <a:prstGeom prst="line">
            <a:avLst/>
          </a:prstGeom>
          <a:noFill/>
          <a:ln w="9525">
            <a:solidFill>
              <a:srgbClr val="E2DCD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148072" y="2162556"/>
            <a:ext cx="6467551" cy="1024128"/>
          </a:xfrm>
          <a:prstGeom prst="rect">
            <a:avLst/>
          </a:prstGeom>
          <a:ln w="9525">
            <a:solidFill>
              <a:srgbClr val="E2DCD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76672" y="2272284"/>
            <a:ext cx="6010351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ラベル1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5376672" y="2583180"/>
            <a:ext cx="6010351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1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376672" y="2930652"/>
            <a:ext cx="6010351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2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73752" y="3863340"/>
            <a:ext cx="274320" cy="0"/>
          </a:xfrm>
          <a:prstGeom prst="line">
            <a:avLst/>
          </a:prstGeom>
          <a:noFill/>
          <a:ln w="20320">
            <a:solidFill>
              <a:srgbClr val="5A392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148072" y="3351276"/>
            <a:ext cx="6467551" cy="1024128"/>
          </a:xfrm>
          <a:prstGeom prst="rect">
            <a:avLst/>
          </a:prstGeom>
          <a:ln w="20320">
            <a:solidFill>
              <a:srgbClr val="5A392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76672" y="3461004"/>
            <a:ext cx="6010351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ラベル2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5376672" y="3771900"/>
            <a:ext cx="6010351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376672" y="4119372"/>
            <a:ext cx="6010351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4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873752" y="5052060"/>
            <a:ext cx="274320" cy="0"/>
          </a:xfrm>
          <a:prstGeom prst="line">
            <a:avLst/>
          </a:prstGeom>
          <a:noFill/>
          <a:ln w="9525">
            <a:solidFill>
              <a:srgbClr val="E2DCD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148072" y="4539996"/>
            <a:ext cx="6467551" cy="1024128"/>
          </a:xfrm>
          <a:prstGeom prst="rect">
            <a:avLst/>
          </a:prstGeom>
          <a:ln w="9525">
            <a:solidFill>
              <a:srgbClr val="E2DCD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76672" y="4649724"/>
            <a:ext cx="6010351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ラベル3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5376672" y="4960620"/>
            <a:ext cx="6010351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376672" y="5308092"/>
            <a:ext cx="6010351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6</a:t>
            </a:r>
            <a:endParaRPr lang="en-US" sz="1100" dirty="0"/>
          </a:p>
        </p:txBody>
      </p:sp>
      <p:sp>
        <p:nvSpPr>
          <p:cNvPr id="28" name="TextBox 27"/>
          <p:cNvSpPr txBox="1"/>
          <p:nvPr/>
        </p:nvSpPr>
        <p:spPr>
          <a:xfrm>
            <a:off x="10015423" y="6565392"/>
            <a:ext cx="11887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50" b="0">
                <a:solidFill>
                  <a:srgbClr val="8A7B6B"/>
                </a:solidFill>
                <a:latin typeface="Yu Gothic"/>
              </a:rPr>
              <a:t>PPTX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320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スライド型カタログ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043623" y="4114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パーツ06｜前提→帰結の2カラム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76072" y="784555"/>
            <a:ext cx="11039551" cy="0"/>
          </a:xfrm>
          <a:prstGeom prst="line">
            <a:avLst/>
          </a:prstGeom>
          <a:noFill/>
          <a:ln w="13970">
            <a:solidFill>
              <a:srgbClr val="322014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76072" y="914400"/>
            <a:ext cx="1103955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前提→帰結の2カラム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76072" y="6245352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出典：Source 1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76072" y="6483096"/>
            <a:ext cx="11039551" cy="0"/>
          </a:xfrm>
          <a:prstGeom prst="line">
            <a:avLst/>
          </a:prstGeom>
          <a:noFill/>
          <a:ln w="8890">
            <a:solidFill>
              <a:srgbClr val="E2DCD2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76072" y="65653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スライド型カタログ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249863" y="65653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61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76072" y="1572768"/>
            <a:ext cx="623493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5A3921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Text 1の推移（事実）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76072" y="1901952"/>
            <a:ext cx="6234931" cy="0"/>
          </a:xfrm>
          <a:prstGeom prst="line">
            <a:avLst/>
          </a:prstGeom>
          <a:noFill/>
          <a:ln w="17780">
            <a:solidFill>
              <a:srgbClr val="322014"/>
            </a:solidFill>
            <a:prstDash val="solid"/>
          </a:ln>
        </p:spPr>
      </p:sp>
      <p:graphicFrame>
        <p:nvGraphicFramePr>
          <p:cNvPr id="6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6072" y="2029968"/>
          <a:ext cx="6234931" cy="914400"/>
        </p:xfrm>
        <a:graphic>
          <a:graphicData uri="http://schemas.openxmlformats.org/drawingml/2006/table">
            <a:tbl>
              <a:tblPr/>
              <a:tblGrid>
                <a:gridCol w="1224000"/>
                <a:gridCol w="5010931"/>
              </a:tblGrid>
              <a:tr h="1380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5A3921"/>
                          </a:solidFill>
                          <a:latin typeface="Yu Mincho Demibold" pitchFamily="34" charset="0"/>
                          <a:ea typeface="Yu Mincho Demibold" pitchFamily="34" charset="-122"/>
                          <a:cs typeface="Yu Mincho Demibold" pitchFamily="34" charset="-120"/>
                        </a:rPr>
                        <a:t>YYYY年M月</a:t>
                      </a:r>
                      <a:endParaRPr lang="en-US" sz="1100" dirty="0">
                        <a:latin typeface="Yu Mincho Demibold" charset="0"/>
                        <a:ea typeface="Yu Mincho Demibold" charset="0"/>
                        <a:cs typeface="Yu Mincho Demibold" charset="0"/>
                      </a:endParaRPr>
                    </a:p>
                  </a:txBody>
                  <a:tcPr marL="91440" marR="54864" marT="54864" marB="54864" anchor="ctr">
                    <a:lnL w="0" cap="flat" cmpd="sng" algn="ctr">
                      <a:noFill/>
                    </a:lnL>
                    <a:lnR w="17780" cap="flat" cmpd="sng" algn="ctr">
                      <a:solidFill>
                        <a:srgbClr val="3220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Text 1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80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5A3921"/>
                          </a:solidFill>
                          <a:latin typeface="Yu Mincho Demibold" pitchFamily="34" charset="0"/>
                          <a:ea typeface="Yu Mincho Demibold" pitchFamily="34" charset="-122"/>
                          <a:cs typeface="Yu Mincho Demibold" pitchFamily="34" charset="-120"/>
                        </a:rPr>
                        <a:t>YYYY年M月</a:t>
                      </a:r>
                      <a:endParaRPr lang="en-US" sz="1100" dirty="0">
                        <a:latin typeface="Yu Mincho Demibold" charset="0"/>
                        <a:ea typeface="Yu Mincho Demibold" charset="0"/>
                        <a:cs typeface="Yu Mincho Demibold" charset="0"/>
                      </a:endParaRPr>
                    </a:p>
                  </a:txBody>
                  <a:tcPr marL="91440" marR="54864" marT="54864" marB="54864" anchor="ctr">
                    <a:lnL w="0" cap="flat" cmpd="sng" algn="ctr">
                      <a:noFill/>
                    </a:lnL>
                    <a:lnR w="17780" cap="flat" cmpd="sng" algn="ctr">
                      <a:solidFill>
                        <a:srgbClr val="3220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Text 2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80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5A3921"/>
                          </a:solidFill>
                          <a:latin typeface="Yu Mincho Demibold" pitchFamily="34" charset="0"/>
                          <a:ea typeface="Yu Mincho Demibold" pitchFamily="34" charset="-122"/>
                          <a:cs typeface="Yu Mincho Demibold" pitchFamily="34" charset="-120"/>
                        </a:rPr>
                        <a:t>YYYY年M月〜</a:t>
                      </a:r>
                      <a:endParaRPr lang="en-US" sz="1100" dirty="0">
                        <a:latin typeface="Yu Mincho Demibold" charset="0"/>
                        <a:ea typeface="Yu Mincho Demibold" charset="0"/>
                        <a:cs typeface="Yu Mincho Demibold" charset="0"/>
                      </a:endParaRPr>
                    </a:p>
                  </a:txBody>
                  <a:tcPr marL="91440" marR="54864" marT="54864" marB="54864" anchor="ctr">
                    <a:lnL w="0" cap="flat" cmpd="sng" algn="ctr">
                      <a:noFill/>
                    </a:lnL>
                    <a:lnR w="17780" cap="flat" cmpd="sng" algn="ctr">
                      <a:solidFill>
                        <a:srgbClr val="3220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Text 3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 rot="5400000">
            <a:off x="6955003" y="3764484"/>
            <a:ext cx="360000" cy="216000"/>
          </a:xfrm>
          <a:prstGeom prst="triangle">
            <a:avLst/>
          </a:prstGeom>
          <a:solidFill>
            <a:srgbClr val="C5A681"/>
          </a:solidFill>
          <a:ln/>
        </p:spPr>
      </p:sp>
      <p:sp>
        <p:nvSpPr>
          <p:cNvPr id="14" name="Text 11"/>
          <p:cNvSpPr/>
          <p:nvPr/>
        </p:nvSpPr>
        <p:spPr>
          <a:xfrm>
            <a:off x="7459003" y="1572768"/>
            <a:ext cx="41566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5A3921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だから、Text 2はこう変わる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459003" y="1901952"/>
            <a:ext cx="4156620" cy="0"/>
          </a:xfrm>
          <a:prstGeom prst="line">
            <a:avLst/>
          </a:prstGeom>
          <a:noFill/>
          <a:ln w="17780">
            <a:solidFill>
              <a:srgbClr val="32201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459003" y="2029968"/>
            <a:ext cx="4156620" cy="4142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152400" indent="-152400">
              <a:spcAft>
                <a:spcPts val="1300"/>
              </a:spcAft>
              <a:buSzPct val="100000"/>
              <a:buChar char="•"/>
            </a:pPr>
            <a:r>
              <a:rPr lang="en-US" sz="10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4（語尾は階層内で統一）</a:t>
            </a:r>
            <a:endParaRPr lang="en-US" sz="1000" dirty="0"/>
          </a:p>
          <a:p>
            <a:pPr marL="152400" indent="-152400">
              <a:spcAft>
                <a:spcPts val="1300"/>
              </a:spcAft>
              <a:buSzPct val="100000"/>
              <a:buChar char="•"/>
            </a:pPr>
            <a:r>
              <a:rPr lang="en-US" sz="10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5</a:t>
            </a:r>
            <a:endParaRPr lang="en-US" sz="1000" dirty="0"/>
          </a:p>
          <a:p>
            <a:pPr marL="152400" indent="-152400">
              <a:spcAft>
                <a:spcPts val="1300"/>
              </a:spcAft>
              <a:buSzPct val="100000"/>
              <a:buChar char="•"/>
            </a:pPr>
            <a:r>
              <a:rPr lang="en-US" sz="10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6</a:t>
            </a:r>
            <a:endParaRPr lang="en-US" sz="1000" dirty="0"/>
          </a:p>
        </p:txBody>
      </p:sp>
      <p:sp>
        <p:nvSpPr>
          <p:cNvPr id="63" name="TextBox 62"/>
          <p:cNvSpPr txBox="1"/>
          <p:nvPr/>
        </p:nvSpPr>
        <p:spPr>
          <a:xfrm>
            <a:off x="10015423" y="6565392"/>
            <a:ext cx="11887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50" b="0">
                <a:solidFill>
                  <a:srgbClr val="8A7B6B"/>
                </a:solidFill>
                <a:latin typeface="Yu Gothic"/>
              </a:rPr>
              <a:t>PPTX・HTML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320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スライド型カタログ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043623" y="4114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33  ROADMAP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76072" y="784555"/>
            <a:ext cx="11039551" cy="0"/>
          </a:xfrm>
          <a:prstGeom prst="line">
            <a:avLst/>
          </a:prstGeom>
          <a:noFill/>
          <a:ln w="13970">
            <a:solidFill>
              <a:srgbClr val="322014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76072" y="914400"/>
            <a:ext cx="1103955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ロードマップ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76072" y="6245352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出典：Source 1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76072" y="6483096"/>
            <a:ext cx="11039551" cy="0"/>
          </a:xfrm>
          <a:prstGeom prst="line">
            <a:avLst/>
          </a:prstGeom>
          <a:noFill/>
          <a:ln w="8890">
            <a:solidFill>
              <a:srgbClr val="E2DCD2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76072" y="65653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スライド型カタログ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249863" y="65653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62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576072" y="2583180"/>
            <a:ext cx="2741600" cy="0"/>
          </a:xfrm>
          <a:prstGeom prst="line">
            <a:avLst/>
          </a:prstGeom>
          <a:noFill/>
          <a:ln w="13970">
            <a:solidFill>
              <a:srgbClr val="32201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4088" y="2793492"/>
            <a:ext cx="2531288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5A392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タイトル 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04088" y="3342132"/>
            <a:ext cx="2485568" cy="1371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1</a:t>
            </a:r>
            <a:endParaRPr lang="en-US" sz="1120" dirty="0"/>
          </a:p>
        </p:txBody>
      </p:sp>
      <p:sp>
        <p:nvSpPr>
          <p:cNvPr id="13" name="Shape 11"/>
          <p:cNvSpPr/>
          <p:nvPr/>
        </p:nvSpPr>
        <p:spPr>
          <a:xfrm>
            <a:off x="3335960" y="2583180"/>
            <a:ext cx="2741600" cy="0"/>
          </a:xfrm>
          <a:prstGeom prst="line">
            <a:avLst/>
          </a:prstGeom>
          <a:noFill/>
          <a:ln w="13970">
            <a:solidFill>
              <a:srgbClr val="32201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35960" y="2583180"/>
            <a:ext cx="0" cy="2560320"/>
          </a:xfrm>
          <a:prstGeom prst="line">
            <a:avLst/>
          </a:prstGeom>
          <a:noFill/>
          <a:ln w="6350">
            <a:solidFill>
              <a:srgbClr val="E2DCD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63976" y="2793492"/>
            <a:ext cx="2531288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5A392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タイトル 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463976" y="3342132"/>
            <a:ext cx="2485568" cy="1371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2</a:t>
            </a:r>
            <a:endParaRPr lang="en-US" sz="1120" dirty="0"/>
          </a:p>
        </p:txBody>
      </p:sp>
      <p:sp>
        <p:nvSpPr>
          <p:cNvPr id="17" name="Shape 15"/>
          <p:cNvSpPr/>
          <p:nvPr/>
        </p:nvSpPr>
        <p:spPr>
          <a:xfrm>
            <a:off x="6095848" y="2583180"/>
            <a:ext cx="2741600" cy="0"/>
          </a:xfrm>
          <a:prstGeom prst="line">
            <a:avLst/>
          </a:prstGeom>
          <a:noFill/>
          <a:ln w="13970">
            <a:solidFill>
              <a:srgbClr val="32201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95848" y="2583180"/>
            <a:ext cx="0" cy="2560320"/>
          </a:xfrm>
          <a:prstGeom prst="line">
            <a:avLst/>
          </a:prstGeom>
          <a:noFill/>
          <a:ln w="6350">
            <a:solidFill>
              <a:srgbClr val="E2DCD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23864" y="2793492"/>
            <a:ext cx="2531288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5A392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タイトル 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223864" y="3342132"/>
            <a:ext cx="2485568" cy="1371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3</a:t>
            </a:r>
            <a:endParaRPr lang="en-US" sz="1120" dirty="0"/>
          </a:p>
        </p:txBody>
      </p:sp>
      <p:sp>
        <p:nvSpPr>
          <p:cNvPr id="21" name="Shape 19"/>
          <p:cNvSpPr/>
          <p:nvPr/>
        </p:nvSpPr>
        <p:spPr>
          <a:xfrm>
            <a:off x="8855735" y="2583180"/>
            <a:ext cx="2741600" cy="0"/>
          </a:xfrm>
          <a:prstGeom prst="line">
            <a:avLst/>
          </a:prstGeom>
          <a:noFill/>
          <a:ln w="13970">
            <a:solidFill>
              <a:srgbClr val="32201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855735" y="2583180"/>
            <a:ext cx="0" cy="2560320"/>
          </a:xfrm>
          <a:prstGeom prst="line">
            <a:avLst/>
          </a:prstGeom>
          <a:noFill/>
          <a:ln w="6350">
            <a:solidFill>
              <a:srgbClr val="E2DCD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983751" y="2793492"/>
            <a:ext cx="2531288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5A392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タイトル 5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983751" y="3342132"/>
            <a:ext cx="2485568" cy="1371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4</a:t>
            </a:r>
            <a:endParaRPr lang="en-US" sz="1120" dirty="0"/>
          </a:p>
        </p:txBody>
      </p:sp>
      <p:sp>
        <p:nvSpPr>
          <p:cNvPr id="25" name="TextBox 24"/>
          <p:cNvSpPr txBox="1"/>
          <p:nvPr/>
        </p:nvSpPr>
        <p:spPr>
          <a:xfrm>
            <a:off x="10015423" y="6565392"/>
            <a:ext cx="11887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50" b="0">
                <a:solidFill>
                  <a:srgbClr val="8A7B6B"/>
                </a:solidFill>
                <a:latin typeface="Yu Gothic"/>
              </a:rPr>
              <a:t>PPTX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320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スライド型カタログ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043623" y="4114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34  GANTT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76072" y="784555"/>
            <a:ext cx="11039551" cy="0"/>
          </a:xfrm>
          <a:prstGeom prst="line">
            <a:avLst/>
          </a:prstGeom>
          <a:noFill/>
          <a:ln w="13970">
            <a:solidFill>
              <a:srgbClr val="322014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76072" y="914400"/>
            <a:ext cx="1103955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ガントチャート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76072" y="6245352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出典：Source 1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76072" y="6483096"/>
            <a:ext cx="11039551" cy="0"/>
          </a:xfrm>
          <a:prstGeom prst="line">
            <a:avLst/>
          </a:prstGeom>
          <a:noFill/>
          <a:ln w="8890">
            <a:solidFill>
              <a:srgbClr val="E2DCD2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76072" y="65653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スライド型カタログ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249863" y="65653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63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3776472" y="1828800"/>
            <a:ext cx="5879363" cy="292608"/>
          </a:xfrm>
          <a:prstGeom prst="rect">
            <a:avLst/>
          </a:prstGeom>
          <a:ln w="9525">
            <a:solidFill>
              <a:srgbClr val="E2DCD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76472" y="1828800"/>
            <a:ext cx="5879363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ラベル13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655835" y="1828800"/>
            <a:ext cx="1959788" cy="292608"/>
          </a:xfrm>
          <a:prstGeom prst="rect">
            <a:avLst/>
          </a:prstGeom>
          <a:ln w="9525">
            <a:solidFill>
              <a:srgbClr val="E2DCD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55835" y="1828800"/>
            <a:ext cx="1959788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ラベル14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776472" y="2157984"/>
            <a:ext cx="653263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ラベル1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429735" y="2157984"/>
            <a:ext cx="653263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ラベル2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082997" y="2157984"/>
            <a:ext cx="653263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ラベル3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736260" y="2157984"/>
            <a:ext cx="653263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ラベル4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389522" y="2157984"/>
            <a:ext cx="653263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ラベル5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042785" y="2157984"/>
            <a:ext cx="653263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ラベル6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696048" y="2157984"/>
            <a:ext cx="653263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ラベル7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349310" y="2157984"/>
            <a:ext cx="653263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ラベル8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9002573" y="2157984"/>
            <a:ext cx="653263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ラベル9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9655835" y="2157984"/>
            <a:ext cx="653263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ラベル10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0309098" y="2157984"/>
            <a:ext cx="653263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ラベル11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0962361" y="2157984"/>
            <a:ext cx="653263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ラベル12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76072" y="2468880"/>
            <a:ext cx="11039551" cy="0"/>
          </a:xfrm>
          <a:prstGeom prst="line">
            <a:avLst/>
          </a:prstGeom>
          <a:noFill/>
          <a:ln w="17780">
            <a:solidFill>
              <a:srgbClr val="32201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011663" y="2542032"/>
            <a:ext cx="182880" cy="164592"/>
          </a:xfrm>
          <a:prstGeom prst="triangle">
            <a:avLst/>
          </a:prstGeom>
          <a:solidFill>
            <a:srgbClr val="322014"/>
          </a:solidFill>
          <a:ln/>
        </p:spPr>
      </p:sp>
      <p:sp>
        <p:nvSpPr>
          <p:cNvPr id="28" name="Text 26"/>
          <p:cNvSpPr/>
          <p:nvPr/>
        </p:nvSpPr>
        <p:spPr>
          <a:xfrm>
            <a:off x="3234423" y="2724912"/>
            <a:ext cx="173736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ラベル15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318189" y="2542032"/>
            <a:ext cx="182880" cy="164592"/>
          </a:xfrm>
          <a:prstGeom prst="triangle">
            <a:avLst/>
          </a:prstGeom>
          <a:solidFill>
            <a:srgbClr val="322014"/>
          </a:solidFill>
          <a:ln/>
        </p:spPr>
      </p:sp>
      <p:sp>
        <p:nvSpPr>
          <p:cNvPr id="30" name="Text 28"/>
          <p:cNvSpPr/>
          <p:nvPr/>
        </p:nvSpPr>
        <p:spPr>
          <a:xfrm>
            <a:off x="4540949" y="2724912"/>
            <a:ext cx="173736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ラベル16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277976" y="2542032"/>
            <a:ext cx="182880" cy="164592"/>
          </a:xfrm>
          <a:prstGeom prst="triangle">
            <a:avLst/>
          </a:prstGeom>
          <a:solidFill>
            <a:srgbClr val="322014"/>
          </a:solidFill>
          <a:ln/>
        </p:spPr>
      </p:sp>
      <p:sp>
        <p:nvSpPr>
          <p:cNvPr id="32" name="Text 30"/>
          <p:cNvSpPr/>
          <p:nvPr/>
        </p:nvSpPr>
        <p:spPr>
          <a:xfrm>
            <a:off x="6500736" y="2724912"/>
            <a:ext cx="173736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ラベル17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9237764" y="2542032"/>
            <a:ext cx="182880" cy="164592"/>
          </a:xfrm>
          <a:prstGeom prst="triangle">
            <a:avLst/>
          </a:prstGeom>
          <a:solidFill>
            <a:srgbClr val="322014"/>
          </a:solidFill>
          <a:ln/>
        </p:spPr>
      </p:sp>
      <p:sp>
        <p:nvSpPr>
          <p:cNvPr id="34" name="Text 32"/>
          <p:cNvSpPr/>
          <p:nvPr/>
        </p:nvSpPr>
        <p:spPr>
          <a:xfrm>
            <a:off x="8460524" y="2724912"/>
            <a:ext cx="173736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ラベル18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11197552" y="2542032"/>
            <a:ext cx="182880" cy="164592"/>
          </a:xfrm>
          <a:prstGeom prst="triangle">
            <a:avLst/>
          </a:prstGeom>
          <a:solidFill>
            <a:srgbClr val="322014"/>
          </a:solidFill>
          <a:ln/>
        </p:spPr>
      </p:sp>
      <p:sp>
        <p:nvSpPr>
          <p:cNvPr id="36" name="Text 34"/>
          <p:cNvSpPr/>
          <p:nvPr/>
        </p:nvSpPr>
        <p:spPr>
          <a:xfrm>
            <a:off x="10420312" y="2724912"/>
            <a:ext cx="173736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ラベル19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429735" y="2468880"/>
            <a:ext cx="0" cy="3739896"/>
          </a:xfrm>
          <a:prstGeom prst="line">
            <a:avLst/>
          </a:prstGeom>
          <a:noFill/>
          <a:ln w="5080">
            <a:solidFill>
              <a:srgbClr val="E2DCD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082997" y="2468880"/>
            <a:ext cx="0" cy="3739896"/>
          </a:xfrm>
          <a:prstGeom prst="line">
            <a:avLst/>
          </a:prstGeom>
          <a:noFill/>
          <a:ln w="5080">
            <a:solidFill>
              <a:srgbClr val="E2DCD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736260" y="2468880"/>
            <a:ext cx="0" cy="3739896"/>
          </a:xfrm>
          <a:prstGeom prst="line">
            <a:avLst/>
          </a:prstGeom>
          <a:noFill/>
          <a:ln w="5080">
            <a:solidFill>
              <a:srgbClr val="E2DCD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389522" y="2468880"/>
            <a:ext cx="0" cy="3739896"/>
          </a:xfrm>
          <a:prstGeom prst="line">
            <a:avLst/>
          </a:prstGeom>
          <a:noFill/>
          <a:ln w="5080">
            <a:solidFill>
              <a:srgbClr val="E2DCD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042785" y="2468880"/>
            <a:ext cx="0" cy="3739896"/>
          </a:xfrm>
          <a:prstGeom prst="line">
            <a:avLst/>
          </a:prstGeom>
          <a:noFill/>
          <a:ln w="5080">
            <a:solidFill>
              <a:srgbClr val="E2DCD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696048" y="2468880"/>
            <a:ext cx="0" cy="3739896"/>
          </a:xfrm>
          <a:prstGeom prst="line">
            <a:avLst/>
          </a:prstGeom>
          <a:noFill/>
          <a:ln w="5080">
            <a:solidFill>
              <a:srgbClr val="E2DCD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349310" y="2468880"/>
            <a:ext cx="0" cy="3739896"/>
          </a:xfrm>
          <a:prstGeom prst="line">
            <a:avLst/>
          </a:prstGeom>
          <a:noFill/>
          <a:ln w="5080">
            <a:solidFill>
              <a:srgbClr val="E2DCD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9002573" y="2468880"/>
            <a:ext cx="0" cy="3739896"/>
          </a:xfrm>
          <a:prstGeom prst="line">
            <a:avLst/>
          </a:prstGeom>
          <a:noFill/>
          <a:ln w="5080">
            <a:solidFill>
              <a:srgbClr val="E2DCD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9655835" y="2468880"/>
            <a:ext cx="0" cy="3739896"/>
          </a:xfrm>
          <a:prstGeom prst="line">
            <a:avLst/>
          </a:prstGeom>
          <a:noFill/>
          <a:ln w="5080">
            <a:solidFill>
              <a:srgbClr val="E2DCD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0309098" y="2468880"/>
            <a:ext cx="0" cy="3739896"/>
          </a:xfrm>
          <a:prstGeom prst="line">
            <a:avLst/>
          </a:prstGeom>
          <a:noFill/>
          <a:ln w="5080">
            <a:solidFill>
              <a:srgbClr val="E2DCD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0962361" y="2468880"/>
            <a:ext cx="0" cy="3739896"/>
          </a:xfrm>
          <a:prstGeom prst="line">
            <a:avLst/>
          </a:prstGeom>
          <a:noFill/>
          <a:ln w="5080">
            <a:solidFill>
              <a:srgbClr val="E2DCD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76072" y="3017520"/>
            <a:ext cx="1280160" cy="45589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ラベル20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576072" y="3017520"/>
            <a:ext cx="11039551" cy="0"/>
          </a:xfrm>
          <a:prstGeom prst="line">
            <a:avLst/>
          </a:prstGeom>
          <a:noFill/>
          <a:ln w="10160">
            <a:solidFill>
              <a:srgbClr val="322014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947672" y="3017520"/>
            <a:ext cx="1737360" cy="45589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ラベル21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3813048" y="3144883"/>
            <a:ext cx="580111" cy="201168"/>
          </a:xfrm>
          <a:prstGeom prst="rect">
            <a:avLst/>
          </a:prstGeom>
          <a:solidFill>
            <a:srgbClr val="C5A681"/>
          </a:solidFill>
          <a:ln/>
        </p:spPr>
      </p:sp>
      <p:sp>
        <p:nvSpPr>
          <p:cNvPr id="52" name="Text 50"/>
          <p:cNvSpPr/>
          <p:nvPr/>
        </p:nvSpPr>
        <p:spPr>
          <a:xfrm>
            <a:off x="576072" y="3473414"/>
            <a:ext cx="1280160" cy="45589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ラベル22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576072" y="3473414"/>
            <a:ext cx="11039551" cy="0"/>
          </a:xfrm>
          <a:prstGeom prst="line">
            <a:avLst/>
          </a:prstGeom>
          <a:noFill/>
          <a:ln w="10160">
            <a:solidFill>
              <a:srgbClr val="322014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947672" y="3473414"/>
            <a:ext cx="1737360" cy="45589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ラベル23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4466311" y="3600777"/>
            <a:ext cx="1233373" cy="201168"/>
          </a:xfrm>
          <a:prstGeom prst="rect">
            <a:avLst/>
          </a:prstGeom>
          <a:solidFill>
            <a:srgbClr val="C5A681"/>
          </a:solidFill>
          <a:ln/>
        </p:spPr>
      </p:sp>
      <p:sp>
        <p:nvSpPr>
          <p:cNvPr id="56" name="Text 54"/>
          <p:cNvSpPr/>
          <p:nvPr/>
        </p:nvSpPr>
        <p:spPr>
          <a:xfrm>
            <a:off x="576072" y="3929307"/>
            <a:ext cx="1280160" cy="45589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ラベル24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576072" y="3929307"/>
            <a:ext cx="11039551" cy="0"/>
          </a:xfrm>
          <a:prstGeom prst="line">
            <a:avLst/>
          </a:prstGeom>
          <a:noFill/>
          <a:ln w="10160">
            <a:solidFill>
              <a:srgbClr val="322014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947672" y="3929307"/>
            <a:ext cx="1737360" cy="45589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ラベル25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5119573" y="4056670"/>
            <a:ext cx="580111" cy="201168"/>
          </a:xfrm>
          <a:prstGeom prst="rect">
            <a:avLst/>
          </a:prstGeom>
          <a:solidFill>
            <a:srgbClr val="5A3921"/>
          </a:solidFill>
          <a:ln/>
        </p:spPr>
      </p:sp>
      <p:sp>
        <p:nvSpPr>
          <p:cNvPr id="60" name="Text 58"/>
          <p:cNvSpPr/>
          <p:nvPr/>
        </p:nvSpPr>
        <p:spPr>
          <a:xfrm>
            <a:off x="576072" y="4385201"/>
            <a:ext cx="1280160" cy="45589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ラベル26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576072" y="4385201"/>
            <a:ext cx="11039551" cy="0"/>
          </a:xfrm>
          <a:prstGeom prst="line">
            <a:avLst/>
          </a:prstGeom>
          <a:noFill/>
          <a:ln w="10160">
            <a:solidFill>
              <a:srgbClr val="322014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947672" y="4385201"/>
            <a:ext cx="1737360" cy="45589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ラベル27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5772836" y="4512564"/>
            <a:ext cx="1233373" cy="201168"/>
          </a:xfrm>
          <a:prstGeom prst="rect">
            <a:avLst/>
          </a:prstGeom>
          <a:solidFill>
            <a:srgbClr val="5A3921"/>
          </a:solidFill>
          <a:ln/>
        </p:spPr>
      </p:sp>
      <p:sp>
        <p:nvSpPr>
          <p:cNvPr id="64" name="Text 62"/>
          <p:cNvSpPr/>
          <p:nvPr/>
        </p:nvSpPr>
        <p:spPr>
          <a:xfrm>
            <a:off x="576072" y="4841095"/>
            <a:ext cx="1280160" cy="45589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ラベル28</a:t>
            </a:r>
            <a:endParaRPr lang="en-US" sz="1200" dirty="0"/>
          </a:p>
        </p:txBody>
      </p:sp>
      <p:sp>
        <p:nvSpPr>
          <p:cNvPr id="65" name="Shape 63"/>
          <p:cNvSpPr/>
          <p:nvPr/>
        </p:nvSpPr>
        <p:spPr>
          <a:xfrm>
            <a:off x="576072" y="4841095"/>
            <a:ext cx="11039551" cy="0"/>
          </a:xfrm>
          <a:prstGeom prst="line">
            <a:avLst/>
          </a:prstGeom>
          <a:noFill/>
          <a:ln w="10160">
            <a:solidFill>
              <a:srgbClr val="322014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1947672" y="4841095"/>
            <a:ext cx="1737360" cy="45589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ラベル29</a:t>
            </a:r>
            <a:endParaRPr lang="en-US" sz="1050" dirty="0"/>
          </a:p>
        </p:txBody>
      </p:sp>
      <p:sp>
        <p:nvSpPr>
          <p:cNvPr id="67" name="Shape 65"/>
          <p:cNvSpPr/>
          <p:nvPr/>
        </p:nvSpPr>
        <p:spPr>
          <a:xfrm>
            <a:off x="6426098" y="4968458"/>
            <a:ext cx="1233373" cy="201168"/>
          </a:xfrm>
          <a:prstGeom prst="rect">
            <a:avLst/>
          </a:prstGeom>
          <a:solidFill>
            <a:srgbClr val="5A3921"/>
          </a:solidFill>
          <a:ln/>
        </p:spPr>
      </p:sp>
      <p:sp>
        <p:nvSpPr>
          <p:cNvPr id="68" name="Text 66"/>
          <p:cNvSpPr/>
          <p:nvPr/>
        </p:nvSpPr>
        <p:spPr>
          <a:xfrm>
            <a:off x="576072" y="5296989"/>
            <a:ext cx="1280160" cy="45589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ラベル30</a:t>
            </a:r>
            <a:endParaRPr lang="en-US" sz="1200" dirty="0"/>
          </a:p>
        </p:txBody>
      </p:sp>
      <p:sp>
        <p:nvSpPr>
          <p:cNvPr id="69" name="Shape 67"/>
          <p:cNvSpPr/>
          <p:nvPr/>
        </p:nvSpPr>
        <p:spPr>
          <a:xfrm>
            <a:off x="576072" y="5296989"/>
            <a:ext cx="11039551" cy="0"/>
          </a:xfrm>
          <a:prstGeom prst="line">
            <a:avLst/>
          </a:prstGeom>
          <a:noFill/>
          <a:ln w="10160">
            <a:solidFill>
              <a:srgbClr val="322014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1947672" y="5296989"/>
            <a:ext cx="1737360" cy="45589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ラベル31</a:t>
            </a:r>
            <a:endParaRPr lang="en-US" sz="1050" dirty="0"/>
          </a:p>
        </p:txBody>
      </p:sp>
      <p:sp>
        <p:nvSpPr>
          <p:cNvPr id="71" name="Shape 69"/>
          <p:cNvSpPr/>
          <p:nvPr/>
        </p:nvSpPr>
        <p:spPr>
          <a:xfrm>
            <a:off x="9039149" y="5424351"/>
            <a:ext cx="1233373" cy="201168"/>
          </a:xfrm>
          <a:prstGeom prst="rect">
            <a:avLst/>
          </a:prstGeom>
          <a:solidFill>
            <a:srgbClr val="322014"/>
          </a:solidFill>
          <a:ln/>
        </p:spPr>
      </p:sp>
      <p:sp>
        <p:nvSpPr>
          <p:cNvPr id="72" name="Text 70"/>
          <p:cNvSpPr/>
          <p:nvPr/>
        </p:nvSpPr>
        <p:spPr>
          <a:xfrm>
            <a:off x="576072" y="5752882"/>
            <a:ext cx="1280160" cy="45589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ラベル32</a:t>
            </a:r>
            <a:endParaRPr lang="en-US" sz="1200" dirty="0"/>
          </a:p>
        </p:txBody>
      </p:sp>
      <p:sp>
        <p:nvSpPr>
          <p:cNvPr id="73" name="Shape 71"/>
          <p:cNvSpPr/>
          <p:nvPr/>
        </p:nvSpPr>
        <p:spPr>
          <a:xfrm>
            <a:off x="576072" y="5752882"/>
            <a:ext cx="11039551" cy="0"/>
          </a:xfrm>
          <a:prstGeom prst="line">
            <a:avLst/>
          </a:prstGeom>
          <a:noFill/>
          <a:ln w="10160">
            <a:solidFill>
              <a:srgbClr val="322014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1947672" y="5752882"/>
            <a:ext cx="1737360" cy="45589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ラベル33</a:t>
            </a:r>
            <a:endParaRPr lang="en-US" sz="1050" dirty="0"/>
          </a:p>
        </p:txBody>
      </p:sp>
      <p:sp>
        <p:nvSpPr>
          <p:cNvPr id="75" name="Shape 73"/>
          <p:cNvSpPr/>
          <p:nvPr/>
        </p:nvSpPr>
        <p:spPr>
          <a:xfrm>
            <a:off x="10345674" y="5880245"/>
            <a:ext cx="1233373" cy="201168"/>
          </a:xfrm>
          <a:prstGeom prst="rightArrow">
            <a:avLst/>
          </a:prstGeom>
          <a:solidFill>
            <a:srgbClr val="322014"/>
          </a:solidFill>
          <a:ln/>
        </p:spPr>
      </p:sp>
      <p:sp>
        <p:nvSpPr>
          <p:cNvPr id="76" name="TextBox 75"/>
          <p:cNvSpPr txBox="1"/>
          <p:nvPr/>
        </p:nvSpPr>
        <p:spPr>
          <a:xfrm>
            <a:off x="10015423" y="6565392"/>
            <a:ext cx="11887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50" b="0">
                <a:solidFill>
                  <a:srgbClr val="8A7B6B"/>
                </a:solidFill>
                <a:latin typeface="Yu Gothic"/>
              </a:rPr>
              <a:t>PPTX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320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スライド型カタログ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043623" y="4114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76072" y="784555"/>
            <a:ext cx="11039551" cy="0"/>
          </a:xfrm>
          <a:prstGeom prst="line">
            <a:avLst/>
          </a:prstGeom>
          <a:noFill/>
          <a:ln w="13970">
            <a:solidFill>
              <a:srgbClr val="32201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76072" y="2869200"/>
            <a:ext cx="7920000" cy="23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300" kern="0" dirty="0">
                <a:solidFill>
                  <a:srgbClr val="5A3921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F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76072" y="3337200"/>
            <a:ext cx="7920000" cy="46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提示・締め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76072" y="3949200"/>
            <a:ext cx="7920000" cy="288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A392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テーマの列挙、外部根拠、意思決定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76072" y="6245352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576072" y="6483096"/>
            <a:ext cx="11039551" cy="0"/>
          </a:xfrm>
          <a:prstGeom prst="line">
            <a:avLst/>
          </a:prstGeom>
          <a:noFill/>
          <a:ln w="8890">
            <a:solidFill>
              <a:srgbClr val="E2DCD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6072" y="65653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スライド型カタログ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1249863" y="65653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64</a:t>
            </a:r>
            <a:endParaRPr lang="en-US" sz="75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320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スライド型カタログ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043623" y="4114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19  THEME_CARD_GRID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76072" y="784555"/>
            <a:ext cx="11039551" cy="0"/>
          </a:xfrm>
          <a:prstGeom prst="line">
            <a:avLst/>
          </a:prstGeom>
          <a:noFill/>
          <a:ln w="13970">
            <a:solidFill>
              <a:srgbClr val="322014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76072" y="914400"/>
            <a:ext cx="1103955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テーマカード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76072" y="6245352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出典：Source 1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76072" y="6483096"/>
            <a:ext cx="11039551" cy="0"/>
          </a:xfrm>
          <a:prstGeom prst="line">
            <a:avLst/>
          </a:prstGeom>
          <a:noFill/>
          <a:ln w="8890">
            <a:solidFill>
              <a:srgbClr val="E2DCD2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76072" y="65653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スライド型カタログ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249863" y="65653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65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76072" y="1916811"/>
            <a:ext cx="11039551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指標名、単位、YYYY〜YYYY年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76072" y="2502027"/>
            <a:ext cx="2554148" cy="274320"/>
          </a:xfrm>
          <a:prstGeom prst="rect">
            <a:avLst/>
          </a:prstGeom>
          <a:solidFill>
            <a:srgbClr val="5A3921"/>
          </a:solidFill>
          <a:ln/>
        </p:spPr>
      </p:sp>
      <p:sp>
        <p:nvSpPr>
          <p:cNvPr id="12" name="Text 10"/>
          <p:cNvSpPr/>
          <p:nvPr/>
        </p:nvSpPr>
        <p:spPr>
          <a:xfrm>
            <a:off x="649224" y="2529459"/>
            <a:ext cx="2407844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ラベル1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76072" y="2959227"/>
            <a:ext cx="2554148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A392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タイトル 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76072" y="3526155"/>
            <a:ext cx="2554148" cy="1737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1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76072" y="5290947"/>
            <a:ext cx="2554148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3.4x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3267380" y="2502027"/>
            <a:ext cx="0" cy="3200400"/>
          </a:xfrm>
          <a:prstGeom prst="line">
            <a:avLst/>
          </a:prstGeom>
          <a:noFill/>
          <a:ln w="12700">
            <a:solidFill>
              <a:srgbClr val="E2DCD2"/>
            </a:solidFill>
            <a:prstDash val="dot"/>
          </a:ln>
        </p:spPr>
      </p:sp>
      <p:sp>
        <p:nvSpPr>
          <p:cNvPr id="17" name="Shape 15"/>
          <p:cNvSpPr/>
          <p:nvPr/>
        </p:nvSpPr>
        <p:spPr>
          <a:xfrm>
            <a:off x="3404540" y="2502027"/>
            <a:ext cx="2554148" cy="274320"/>
          </a:xfrm>
          <a:prstGeom prst="rect">
            <a:avLst/>
          </a:prstGeom>
          <a:solidFill>
            <a:srgbClr val="5A3921"/>
          </a:solidFill>
          <a:ln/>
        </p:spPr>
      </p:sp>
      <p:sp>
        <p:nvSpPr>
          <p:cNvPr id="18" name="Text 16"/>
          <p:cNvSpPr/>
          <p:nvPr/>
        </p:nvSpPr>
        <p:spPr>
          <a:xfrm>
            <a:off x="3477692" y="2529459"/>
            <a:ext cx="2407844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ラベル2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404540" y="2959227"/>
            <a:ext cx="2554148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A392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タイトル 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404540" y="3526155"/>
            <a:ext cx="2554148" cy="1737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2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404540" y="5290947"/>
            <a:ext cx="2554148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+22%</a:t>
            </a:r>
            <a:endParaRPr lang="en-US" sz="2600" dirty="0"/>
          </a:p>
        </p:txBody>
      </p:sp>
      <p:sp>
        <p:nvSpPr>
          <p:cNvPr id="22" name="Shape 20"/>
          <p:cNvSpPr/>
          <p:nvPr/>
        </p:nvSpPr>
        <p:spPr>
          <a:xfrm>
            <a:off x="6095848" y="2502027"/>
            <a:ext cx="0" cy="3200400"/>
          </a:xfrm>
          <a:prstGeom prst="line">
            <a:avLst/>
          </a:prstGeom>
          <a:noFill/>
          <a:ln w="12700">
            <a:solidFill>
              <a:srgbClr val="E2DCD2"/>
            </a:solidFill>
            <a:prstDash val="dot"/>
          </a:ln>
        </p:spPr>
      </p:sp>
      <p:sp>
        <p:nvSpPr>
          <p:cNvPr id="23" name="Shape 21"/>
          <p:cNvSpPr/>
          <p:nvPr/>
        </p:nvSpPr>
        <p:spPr>
          <a:xfrm>
            <a:off x="6233008" y="2502027"/>
            <a:ext cx="2554148" cy="274320"/>
          </a:xfrm>
          <a:prstGeom prst="rect">
            <a:avLst/>
          </a:prstGeom>
          <a:solidFill>
            <a:srgbClr val="5A3921"/>
          </a:solidFill>
          <a:ln/>
        </p:spPr>
      </p:sp>
      <p:sp>
        <p:nvSpPr>
          <p:cNvPr id="24" name="Text 22"/>
          <p:cNvSpPr/>
          <p:nvPr/>
        </p:nvSpPr>
        <p:spPr>
          <a:xfrm>
            <a:off x="6306160" y="2529459"/>
            <a:ext cx="2407844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ラベル3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233008" y="2959227"/>
            <a:ext cx="2554148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A392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タイトル 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233008" y="3526155"/>
            <a:ext cx="2554148" cy="1737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3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233008" y="5290947"/>
            <a:ext cx="2554148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-41%</a:t>
            </a:r>
            <a:endParaRPr lang="en-US" sz="2600" dirty="0"/>
          </a:p>
        </p:txBody>
      </p:sp>
      <p:sp>
        <p:nvSpPr>
          <p:cNvPr id="28" name="Shape 26"/>
          <p:cNvSpPr/>
          <p:nvPr/>
        </p:nvSpPr>
        <p:spPr>
          <a:xfrm>
            <a:off x="8924315" y="2502027"/>
            <a:ext cx="0" cy="3200400"/>
          </a:xfrm>
          <a:prstGeom prst="line">
            <a:avLst/>
          </a:prstGeom>
          <a:noFill/>
          <a:ln w="12700">
            <a:solidFill>
              <a:srgbClr val="E2DCD2"/>
            </a:solidFill>
            <a:prstDash val="dot"/>
          </a:ln>
        </p:spPr>
      </p:sp>
      <p:sp>
        <p:nvSpPr>
          <p:cNvPr id="29" name="Shape 27"/>
          <p:cNvSpPr/>
          <p:nvPr/>
        </p:nvSpPr>
        <p:spPr>
          <a:xfrm>
            <a:off x="9061475" y="2502027"/>
            <a:ext cx="2554148" cy="274320"/>
          </a:xfrm>
          <a:prstGeom prst="rect">
            <a:avLst/>
          </a:prstGeom>
          <a:solidFill>
            <a:srgbClr val="5A3921"/>
          </a:solidFill>
          <a:ln/>
        </p:spPr>
      </p:sp>
      <p:sp>
        <p:nvSpPr>
          <p:cNvPr id="30" name="Text 28"/>
          <p:cNvSpPr/>
          <p:nvPr/>
        </p:nvSpPr>
        <p:spPr>
          <a:xfrm>
            <a:off x="9134627" y="2529459"/>
            <a:ext cx="2407844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ラベル4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9061475" y="2959227"/>
            <a:ext cx="2554148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A392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タイトル 5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9061475" y="3526155"/>
            <a:ext cx="2554148" cy="1737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4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9061475" y="5290947"/>
            <a:ext cx="2554148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92%</a:t>
            </a:r>
            <a:endParaRPr lang="en-US" sz="2600" dirty="0"/>
          </a:p>
        </p:txBody>
      </p:sp>
      <p:sp>
        <p:nvSpPr>
          <p:cNvPr id="34" name="TextBox 33"/>
          <p:cNvSpPr txBox="1"/>
          <p:nvPr/>
        </p:nvSpPr>
        <p:spPr>
          <a:xfrm>
            <a:off x="10015423" y="6565392"/>
            <a:ext cx="11887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50" b="0">
                <a:solidFill>
                  <a:srgbClr val="8A7B6B"/>
                </a:solidFill>
                <a:latin typeface="Yu Gothic"/>
              </a:rPr>
              <a:t>PPTX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320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スライド型カタログ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043623" y="4114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  RECOMMENDATION_PILLARS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76072" y="784555"/>
            <a:ext cx="11039551" cy="0"/>
          </a:xfrm>
          <a:prstGeom prst="line">
            <a:avLst/>
          </a:prstGeom>
          <a:noFill/>
          <a:ln w="13970">
            <a:solidFill>
              <a:srgbClr val="322014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76072" y="914400"/>
            <a:ext cx="1103955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提言の柱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76072" y="6245352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出典：Source 1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76072" y="6483096"/>
            <a:ext cx="11039551" cy="0"/>
          </a:xfrm>
          <a:prstGeom prst="line">
            <a:avLst/>
          </a:prstGeom>
          <a:noFill/>
          <a:ln w="8890">
            <a:solidFill>
              <a:srgbClr val="E2DCD2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76072" y="65653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スライド型カタログ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249863" y="65653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66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576072" y="2660904"/>
            <a:ext cx="3375050" cy="0"/>
          </a:xfrm>
          <a:prstGeom prst="line">
            <a:avLst/>
          </a:prstGeom>
          <a:noFill/>
          <a:ln w="31750">
            <a:solidFill>
              <a:srgbClr val="5A392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76072" y="2825496"/>
            <a:ext cx="457200" cy="457200"/>
          </a:xfrm>
          <a:prstGeom prst="ellipse">
            <a:avLst/>
          </a:prstGeom>
          <a:solidFill>
            <a:srgbClr val="5A3921"/>
          </a:solidFill>
          <a:ln/>
        </p:spPr>
      </p:sp>
      <p:sp>
        <p:nvSpPr>
          <p:cNvPr id="12" name="Text 10"/>
          <p:cNvSpPr/>
          <p:nvPr/>
        </p:nvSpPr>
        <p:spPr>
          <a:xfrm>
            <a:off x="576072" y="2825496"/>
            <a:ext cx="45720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76072" y="3429000"/>
            <a:ext cx="337505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タイトル 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76072" y="3941064"/>
            <a:ext cx="337505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1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76072" y="4581144"/>
            <a:ext cx="3375050" cy="1828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marL="152400" indent="-152400">
              <a:buSzPct val="100000"/>
              <a:buChar char="•"/>
            </a:pPr>
            <a:r>
              <a:rPr lang="en-US" sz="12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2</a:t>
            </a:r>
            <a:endParaRPr lang="en-US" sz="1200" dirty="0"/>
          </a:p>
          <a:p>
            <a:pPr algn="l" marL="152400" indent="-152400">
              <a:buSzPct val="100000"/>
              <a:buChar char="•"/>
            </a:pPr>
            <a:r>
              <a:rPr lang="en-US" sz="12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3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408322" y="2660904"/>
            <a:ext cx="3375050" cy="0"/>
          </a:xfrm>
          <a:prstGeom prst="line">
            <a:avLst/>
          </a:prstGeom>
          <a:noFill/>
          <a:ln w="31750">
            <a:solidFill>
              <a:srgbClr val="5A392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408322" y="2825496"/>
            <a:ext cx="457200" cy="457200"/>
          </a:xfrm>
          <a:prstGeom prst="ellipse">
            <a:avLst/>
          </a:prstGeom>
          <a:solidFill>
            <a:srgbClr val="5A3921"/>
          </a:solidFill>
          <a:ln/>
        </p:spPr>
      </p:sp>
      <p:sp>
        <p:nvSpPr>
          <p:cNvPr id="18" name="Text 16"/>
          <p:cNvSpPr/>
          <p:nvPr/>
        </p:nvSpPr>
        <p:spPr>
          <a:xfrm>
            <a:off x="4408322" y="2825496"/>
            <a:ext cx="45720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408322" y="3429000"/>
            <a:ext cx="337505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タイトル 3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408322" y="3941064"/>
            <a:ext cx="337505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408322" y="4581144"/>
            <a:ext cx="3375050" cy="1828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marL="152400" indent="-152400">
              <a:buSzPct val="100000"/>
              <a:buChar char="•"/>
            </a:pPr>
            <a:r>
              <a:rPr lang="en-US" sz="12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5</a:t>
            </a:r>
            <a:endParaRPr lang="en-US" sz="1200" dirty="0"/>
          </a:p>
          <a:p>
            <a:pPr algn="l" marL="152400" indent="-152400">
              <a:buSzPct val="100000"/>
              <a:buChar char="•"/>
            </a:pPr>
            <a:r>
              <a:rPr lang="en-US" sz="12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6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240573" y="2660904"/>
            <a:ext cx="3375050" cy="0"/>
          </a:xfrm>
          <a:prstGeom prst="line">
            <a:avLst/>
          </a:prstGeom>
          <a:noFill/>
          <a:ln w="31750">
            <a:solidFill>
              <a:srgbClr val="5A392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240573" y="2825496"/>
            <a:ext cx="457200" cy="457200"/>
          </a:xfrm>
          <a:prstGeom prst="ellipse">
            <a:avLst/>
          </a:prstGeom>
          <a:solidFill>
            <a:srgbClr val="5A3921"/>
          </a:solidFill>
          <a:ln/>
        </p:spPr>
      </p:sp>
      <p:sp>
        <p:nvSpPr>
          <p:cNvPr id="24" name="Text 22"/>
          <p:cNvSpPr/>
          <p:nvPr/>
        </p:nvSpPr>
        <p:spPr>
          <a:xfrm>
            <a:off x="8240573" y="2825496"/>
            <a:ext cx="45720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240573" y="3429000"/>
            <a:ext cx="337505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タイトル 4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240573" y="3941064"/>
            <a:ext cx="337505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7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240573" y="4581144"/>
            <a:ext cx="3375050" cy="1828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marL="152400" indent="-152400">
              <a:buSzPct val="100000"/>
              <a:buChar char="•"/>
            </a:pPr>
            <a:r>
              <a:rPr lang="en-US" sz="12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8</a:t>
            </a:r>
            <a:endParaRPr lang="en-US" sz="1200" dirty="0"/>
          </a:p>
          <a:p>
            <a:pPr algn="l" marL="152400" indent="-152400">
              <a:buSzPct val="100000"/>
              <a:buChar char="•"/>
            </a:pPr>
            <a:r>
              <a:rPr lang="en-US" sz="12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9</a:t>
            </a:r>
            <a:endParaRPr lang="en-US" sz="1200" dirty="0"/>
          </a:p>
        </p:txBody>
      </p:sp>
      <p:sp>
        <p:nvSpPr>
          <p:cNvPr id="28" name="TextBox 27"/>
          <p:cNvSpPr txBox="1"/>
          <p:nvPr/>
        </p:nvSpPr>
        <p:spPr>
          <a:xfrm>
            <a:off x="10015423" y="6565392"/>
            <a:ext cx="11887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50" b="0">
                <a:solidFill>
                  <a:srgbClr val="8A7B6B"/>
                </a:solidFill>
                <a:latin typeface="Yu Gothic"/>
              </a:rPr>
              <a:t>PPTX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320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スライド型カタログ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043623" y="4114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21  NUMBERED_IMPERATIVES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76072" y="784555"/>
            <a:ext cx="11039551" cy="0"/>
          </a:xfrm>
          <a:prstGeom prst="line">
            <a:avLst/>
          </a:prstGeom>
          <a:noFill/>
          <a:ln w="13970">
            <a:solidFill>
              <a:srgbClr val="322014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76072" y="914400"/>
            <a:ext cx="1103955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番号つき打ち手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76072" y="6245352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出典：Source 1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76072" y="6483096"/>
            <a:ext cx="11039551" cy="0"/>
          </a:xfrm>
          <a:prstGeom prst="line">
            <a:avLst/>
          </a:prstGeom>
          <a:noFill/>
          <a:ln w="8890">
            <a:solidFill>
              <a:srgbClr val="E2DCD2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76072" y="65653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スライド型カタログ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249863" y="65653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67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76072" y="2791206"/>
            <a:ext cx="11039551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指標名、単位、YYYY〜YYYY年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76072" y="3376422"/>
            <a:ext cx="1915302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5A392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576072" y="3943350"/>
            <a:ext cx="1915302" cy="0"/>
          </a:xfrm>
          <a:prstGeom prst="line">
            <a:avLst/>
          </a:prstGeom>
          <a:noFill/>
          <a:ln w="12700">
            <a:solidFill>
              <a:srgbClr val="32201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6072" y="4053078"/>
            <a:ext cx="1915302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タイトル 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76072" y="4656582"/>
            <a:ext cx="1915302" cy="2194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1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857134" y="3376422"/>
            <a:ext cx="1915302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5A392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3000" dirty="0"/>
          </a:p>
        </p:txBody>
      </p:sp>
      <p:sp>
        <p:nvSpPr>
          <p:cNvPr id="16" name="Shape 14"/>
          <p:cNvSpPr/>
          <p:nvPr/>
        </p:nvSpPr>
        <p:spPr>
          <a:xfrm>
            <a:off x="2857134" y="3943350"/>
            <a:ext cx="1915302" cy="0"/>
          </a:xfrm>
          <a:prstGeom prst="line">
            <a:avLst/>
          </a:prstGeom>
          <a:noFill/>
          <a:ln w="12700">
            <a:solidFill>
              <a:srgbClr val="32201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857134" y="4053078"/>
            <a:ext cx="1915302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タイトル 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2857134" y="4656582"/>
            <a:ext cx="1915302" cy="2194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2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138196" y="3376422"/>
            <a:ext cx="1915302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5A392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3000" dirty="0"/>
          </a:p>
        </p:txBody>
      </p:sp>
      <p:sp>
        <p:nvSpPr>
          <p:cNvPr id="20" name="Shape 18"/>
          <p:cNvSpPr/>
          <p:nvPr/>
        </p:nvSpPr>
        <p:spPr>
          <a:xfrm>
            <a:off x="5138196" y="3943350"/>
            <a:ext cx="1915302" cy="0"/>
          </a:xfrm>
          <a:prstGeom prst="line">
            <a:avLst/>
          </a:prstGeom>
          <a:noFill/>
          <a:ln w="12700">
            <a:solidFill>
              <a:srgbClr val="32201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38196" y="4053078"/>
            <a:ext cx="1915302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タイトル 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138196" y="4656582"/>
            <a:ext cx="1915302" cy="2194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3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419259" y="3376422"/>
            <a:ext cx="1915302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5A392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3000" dirty="0"/>
          </a:p>
        </p:txBody>
      </p:sp>
      <p:sp>
        <p:nvSpPr>
          <p:cNvPr id="24" name="Shape 22"/>
          <p:cNvSpPr/>
          <p:nvPr/>
        </p:nvSpPr>
        <p:spPr>
          <a:xfrm>
            <a:off x="7419259" y="3943350"/>
            <a:ext cx="1915302" cy="0"/>
          </a:xfrm>
          <a:prstGeom prst="line">
            <a:avLst/>
          </a:prstGeom>
          <a:noFill/>
          <a:ln w="12700">
            <a:solidFill>
              <a:srgbClr val="32201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19259" y="4053078"/>
            <a:ext cx="1915302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タイトル 5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419259" y="4656582"/>
            <a:ext cx="1915302" cy="2194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4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700321" y="3376422"/>
            <a:ext cx="1915302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5A392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3000" dirty="0"/>
          </a:p>
        </p:txBody>
      </p:sp>
      <p:sp>
        <p:nvSpPr>
          <p:cNvPr id="28" name="Shape 26"/>
          <p:cNvSpPr/>
          <p:nvPr/>
        </p:nvSpPr>
        <p:spPr>
          <a:xfrm>
            <a:off x="9700321" y="3943350"/>
            <a:ext cx="1915302" cy="0"/>
          </a:xfrm>
          <a:prstGeom prst="line">
            <a:avLst/>
          </a:prstGeom>
          <a:noFill/>
          <a:ln w="12700">
            <a:solidFill>
              <a:srgbClr val="32201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700321" y="4053078"/>
            <a:ext cx="1915302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タイトル 6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9700321" y="4656582"/>
            <a:ext cx="1915302" cy="2194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5</a:t>
            </a:r>
            <a:endParaRPr lang="en-US" sz="1200" dirty="0"/>
          </a:p>
        </p:txBody>
      </p:sp>
      <p:sp>
        <p:nvSpPr>
          <p:cNvPr id="31" name="TextBox 30"/>
          <p:cNvSpPr txBox="1"/>
          <p:nvPr/>
        </p:nvSpPr>
        <p:spPr>
          <a:xfrm>
            <a:off x="10015423" y="6565392"/>
            <a:ext cx="11887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50" b="0">
                <a:solidFill>
                  <a:srgbClr val="8A7B6B"/>
                </a:solidFill>
                <a:latin typeface="Yu Gothic"/>
              </a:rPr>
              <a:t>PPTX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320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スライド型カタログ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043623" y="4114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パーツ08｜並列カード 2×2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76072" y="784555"/>
            <a:ext cx="11039551" cy="0"/>
          </a:xfrm>
          <a:prstGeom prst="line">
            <a:avLst/>
          </a:prstGeom>
          <a:noFill/>
          <a:ln w="13970">
            <a:solidFill>
              <a:srgbClr val="322014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76072" y="914400"/>
            <a:ext cx="1103955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並列カード 2×2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76072" y="6245352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出典：Source 1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76072" y="6483096"/>
            <a:ext cx="11039551" cy="0"/>
          </a:xfrm>
          <a:prstGeom prst="line">
            <a:avLst/>
          </a:prstGeom>
          <a:noFill/>
          <a:ln w="8890">
            <a:solidFill>
              <a:srgbClr val="E2DCD2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76072" y="65653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スライド型カタログ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249863" y="65653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68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576072" y="1572768"/>
            <a:ext cx="5447776" cy="2227716"/>
          </a:xfrm>
          <a:prstGeom prst="rect">
            <a:avLst/>
          </a:prstGeom>
          <a:solidFill>
            <a:srgbClr val="EFEEE8"/>
          </a:solidFill>
          <a:ln/>
        </p:spPr>
      </p:sp>
      <p:sp>
        <p:nvSpPr>
          <p:cNvPr id="11" name="Text 9"/>
          <p:cNvSpPr/>
          <p:nvPr/>
        </p:nvSpPr>
        <p:spPr>
          <a:xfrm>
            <a:off x="720072" y="1698768"/>
            <a:ext cx="5159776" cy="258048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 1：ラベル 2（主語＋何をする で統一）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20072" y="1993392"/>
            <a:ext cx="5159776" cy="0"/>
          </a:xfrm>
          <a:prstGeom prst="line">
            <a:avLst/>
          </a:prstGeom>
          <a:noFill/>
          <a:ln w="9525">
            <a:solidFill>
              <a:srgbClr val="E2DCD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20072" y="2084832"/>
            <a:ext cx="5141776" cy="16076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1</a:t>
            </a:r>
            <a:endParaRPr lang="en-US" sz="10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67848" y="1572768"/>
            <a:ext cx="5447776" cy="2227716"/>
          </a:xfrm>
          <a:prstGeom prst="rect">
            <a:avLst/>
          </a:prstGeom>
          <a:solidFill>
            <a:srgbClr val="EFEEE8"/>
          </a:solidFill>
          <a:ln/>
        </p:spPr>
      </p:sp>
      <p:sp>
        <p:nvSpPr>
          <p:cNvPr id="15" name="Text 13"/>
          <p:cNvSpPr/>
          <p:nvPr/>
        </p:nvSpPr>
        <p:spPr>
          <a:xfrm>
            <a:off x="6311848" y="1698768"/>
            <a:ext cx="5159776" cy="258048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 3：ラベル 4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311848" y="1993392"/>
            <a:ext cx="5159776" cy="0"/>
          </a:xfrm>
          <a:prstGeom prst="line">
            <a:avLst/>
          </a:prstGeom>
          <a:noFill/>
          <a:ln w="9525">
            <a:solidFill>
              <a:srgbClr val="E2DCD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11848" y="2084832"/>
            <a:ext cx="5141776" cy="16076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3</a:t>
            </a:r>
            <a:endParaRPr lang="en-US" sz="10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4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76072" y="3944484"/>
            <a:ext cx="5447776" cy="2227716"/>
          </a:xfrm>
          <a:prstGeom prst="rect">
            <a:avLst/>
          </a:prstGeom>
          <a:solidFill>
            <a:srgbClr val="EFEEE8"/>
          </a:solidFill>
          <a:ln/>
        </p:spPr>
      </p:sp>
      <p:sp>
        <p:nvSpPr>
          <p:cNvPr id="19" name="Text 17"/>
          <p:cNvSpPr/>
          <p:nvPr/>
        </p:nvSpPr>
        <p:spPr>
          <a:xfrm>
            <a:off x="720072" y="4070484"/>
            <a:ext cx="5159776" cy="258048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 5：ラベル 6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20072" y="4365108"/>
            <a:ext cx="5159776" cy="0"/>
          </a:xfrm>
          <a:prstGeom prst="line">
            <a:avLst/>
          </a:prstGeom>
          <a:noFill/>
          <a:ln w="9525">
            <a:solidFill>
              <a:srgbClr val="E2DCD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0072" y="4456548"/>
            <a:ext cx="5141776" cy="16076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5</a:t>
            </a:r>
            <a:endParaRPr lang="en-US" sz="10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6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167848" y="3944484"/>
            <a:ext cx="5447776" cy="2227716"/>
          </a:xfrm>
          <a:prstGeom prst="rect">
            <a:avLst/>
          </a:prstGeom>
          <a:solidFill>
            <a:srgbClr val="EFEEE8"/>
          </a:solidFill>
          <a:ln/>
        </p:spPr>
      </p:sp>
      <p:sp>
        <p:nvSpPr>
          <p:cNvPr id="23" name="Text 21"/>
          <p:cNvSpPr/>
          <p:nvPr/>
        </p:nvSpPr>
        <p:spPr>
          <a:xfrm>
            <a:off x="6311848" y="4070484"/>
            <a:ext cx="5159776" cy="258048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 7：ラベル 8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311848" y="4365108"/>
            <a:ext cx="5159776" cy="0"/>
          </a:xfrm>
          <a:prstGeom prst="line">
            <a:avLst/>
          </a:prstGeom>
          <a:noFill/>
          <a:ln w="9525">
            <a:solidFill>
              <a:srgbClr val="E2DCD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11848" y="4456548"/>
            <a:ext cx="5141776" cy="16076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7</a:t>
            </a:r>
            <a:endParaRPr lang="en-US" sz="10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8</a:t>
            </a:r>
            <a:endParaRPr lang="en-US" sz="1000" dirty="0"/>
          </a:p>
        </p:txBody>
      </p:sp>
      <p:sp>
        <p:nvSpPr>
          <p:cNvPr id="26" name="TextBox 25"/>
          <p:cNvSpPr txBox="1"/>
          <p:nvPr/>
        </p:nvSpPr>
        <p:spPr>
          <a:xfrm>
            <a:off x="10015423" y="6565392"/>
            <a:ext cx="11887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50" b="0">
                <a:solidFill>
                  <a:srgbClr val="8A7B6B"/>
                </a:solidFill>
                <a:latin typeface="Yu Gothic"/>
              </a:rPr>
              <a:t>PPTX・HTML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320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スライド型カタログ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043623" y="4114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パーツ21｜外部動向の根拠グリッド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76072" y="784555"/>
            <a:ext cx="11039551" cy="0"/>
          </a:xfrm>
          <a:prstGeom prst="line">
            <a:avLst/>
          </a:prstGeom>
          <a:noFill/>
          <a:ln w="13970">
            <a:solidFill>
              <a:srgbClr val="322014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76072" y="914400"/>
            <a:ext cx="1103955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外部動向の根拠グリッド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76072" y="6245352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出典：Source 1（YYYY年M月D日）、Source 2（YYYY年M月D日）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76072" y="6483096"/>
            <a:ext cx="11039551" cy="0"/>
          </a:xfrm>
          <a:prstGeom prst="line">
            <a:avLst/>
          </a:prstGeom>
          <a:noFill/>
          <a:ln w="8890">
            <a:solidFill>
              <a:srgbClr val="E2DCD2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76072" y="65653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スライド型カタログ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249863" y="65653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69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576072" y="1572768"/>
            <a:ext cx="5447776" cy="2227716"/>
          </a:xfrm>
          <a:prstGeom prst="rect">
            <a:avLst/>
          </a:prstGeom>
          <a:solidFill>
            <a:srgbClr val="EFEEE8"/>
          </a:solidFill>
          <a:ln/>
        </p:spPr>
      </p:sp>
      <p:sp>
        <p:nvSpPr>
          <p:cNvPr id="11" name="Shape 9"/>
          <p:cNvSpPr/>
          <p:nvPr/>
        </p:nvSpPr>
        <p:spPr>
          <a:xfrm>
            <a:off x="756072" y="1734768"/>
            <a:ext cx="797220" cy="182880"/>
          </a:xfrm>
          <a:prstGeom prst="rect">
            <a:avLst/>
          </a:prstGeom>
          <a:solidFill>
            <a:srgbClr val="322014"/>
          </a:solidFill>
          <a:ln/>
        </p:spPr>
      </p:sp>
      <p:sp>
        <p:nvSpPr>
          <p:cNvPr id="12" name="Text 10"/>
          <p:cNvSpPr/>
          <p:nvPr/>
        </p:nvSpPr>
        <p:spPr>
          <a:xfrm>
            <a:off x="756072" y="1734768"/>
            <a:ext cx="7972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 1分類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756072" y="1989648"/>
            <a:ext cx="5087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i="1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YYYY年M月D日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56072" y="2226240"/>
            <a:ext cx="5087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Text 1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56072" y="2517696"/>
            <a:ext cx="5087776" cy="11207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2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167848" y="1572768"/>
            <a:ext cx="5447776" cy="2227716"/>
          </a:xfrm>
          <a:prstGeom prst="rect">
            <a:avLst/>
          </a:prstGeom>
          <a:solidFill>
            <a:srgbClr val="EFEEE8"/>
          </a:solidFill>
          <a:ln/>
        </p:spPr>
      </p:sp>
      <p:sp>
        <p:nvSpPr>
          <p:cNvPr id="17" name="Shape 15"/>
          <p:cNvSpPr/>
          <p:nvPr/>
        </p:nvSpPr>
        <p:spPr>
          <a:xfrm>
            <a:off x="6347848" y="1734768"/>
            <a:ext cx="797220" cy="182880"/>
          </a:xfrm>
          <a:prstGeom prst="rect">
            <a:avLst/>
          </a:prstGeom>
          <a:solidFill>
            <a:srgbClr val="322014"/>
          </a:solidFill>
          <a:ln/>
        </p:spPr>
      </p:sp>
      <p:sp>
        <p:nvSpPr>
          <p:cNvPr id="18" name="Text 16"/>
          <p:cNvSpPr/>
          <p:nvPr/>
        </p:nvSpPr>
        <p:spPr>
          <a:xfrm>
            <a:off x="6347848" y="1734768"/>
            <a:ext cx="7972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 2分類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6347848" y="1989648"/>
            <a:ext cx="5087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i="1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YYYY年M月D日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347848" y="2226240"/>
            <a:ext cx="5087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Text 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347848" y="2517696"/>
            <a:ext cx="5087776" cy="11207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4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76072" y="3944484"/>
            <a:ext cx="5447776" cy="2227716"/>
          </a:xfrm>
          <a:prstGeom prst="rect">
            <a:avLst/>
          </a:prstGeom>
          <a:solidFill>
            <a:srgbClr val="EFEEE8"/>
          </a:solidFill>
          <a:ln/>
        </p:spPr>
      </p:sp>
      <p:sp>
        <p:nvSpPr>
          <p:cNvPr id="23" name="Shape 21"/>
          <p:cNvSpPr/>
          <p:nvPr/>
        </p:nvSpPr>
        <p:spPr>
          <a:xfrm>
            <a:off x="756072" y="4106484"/>
            <a:ext cx="797220" cy="182880"/>
          </a:xfrm>
          <a:prstGeom prst="rect">
            <a:avLst/>
          </a:prstGeom>
          <a:solidFill>
            <a:srgbClr val="322014"/>
          </a:solidFill>
          <a:ln/>
        </p:spPr>
      </p:sp>
      <p:sp>
        <p:nvSpPr>
          <p:cNvPr id="24" name="Text 22"/>
          <p:cNvSpPr/>
          <p:nvPr/>
        </p:nvSpPr>
        <p:spPr>
          <a:xfrm>
            <a:off x="756072" y="4106484"/>
            <a:ext cx="7972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 3分類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756072" y="4361364"/>
            <a:ext cx="5087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i="1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YYYY年M月D日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756072" y="4597956"/>
            <a:ext cx="5087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Text 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56072" y="4889412"/>
            <a:ext cx="5087776" cy="11207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6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6167848" y="3944484"/>
            <a:ext cx="5447776" cy="2227716"/>
          </a:xfrm>
          <a:prstGeom prst="rect">
            <a:avLst/>
          </a:prstGeom>
          <a:solidFill>
            <a:srgbClr val="EFEEE8"/>
          </a:solidFill>
          <a:ln/>
        </p:spPr>
      </p:sp>
      <p:sp>
        <p:nvSpPr>
          <p:cNvPr id="29" name="Shape 27"/>
          <p:cNvSpPr/>
          <p:nvPr/>
        </p:nvSpPr>
        <p:spPr>
          <a:xfrm>
            <a:off x="6347848" y="4106484"/>
            <a:ext cx="797220" cy="182880"/>
          </a:xfrm>
          <a:prstGeom prst="rect">
            <a:avLst/>
          </a:prstGeom>
          <a:solidFill>
            <a:srgbClr val="322014"/>
          </a:solidFill>
          <a:ln/>
        </p:spPr>
      </p:sp>
      <p:sp>
        <p:nvSpPr>
          <p:cNvPr id="30" name="Text 28"/>
          <p:cNvSpPr/>
          <p:nvPr/>
        </p:nvSpPr>
        <p:spPr>
          <a:xfrm>
            <a:off x="6347848" y="4106484"/>
            <a:ext cx="7972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 4分類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6347848" y="4361364"/>
            <a:ext cx="5087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i="1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YYYY年M月D日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347848" y="4597956"/>
            <a:ext cx="5087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Text 7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347848" y="4889412"/>
            <a:ext cx="5087776" cy="11207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8</a:t>
            </a:r>
            <a:endParaRPr lang="en-US" sz="850" dirty="0"/>
          </a:p>
        </p:txBody>
      </p:sp>
      <p:sp>
        <p:nvSpPr>
          <p:cNvPr id="34" name="TextBox 33"/>
          <p:cNvSpPr txBox="1"/>
          <p:nvPr/>
        </p:nvSpPr>
        <p:spPr>
          <a:xfrm>
            <a:off x="10015423" y="6565392"/>
            <a:ext cx="11887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50" b="0">
                <a:solidFill>
                  <a:srgbClr val="8A7B6B"/>
                </a:solidFill>
                <a:latin typeface="Yu Gothic"/>
              </a:rPr>
              <a:t>PPTX・HTML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320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スライド型カタログ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043623" y="4114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35  DECISION_PAGE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76072" y="784555"/>
            <a:ext cx="11039551" cy="0"/>
          </a:xfrm>
          <a:prstGeom prst="line">
            <a:avLst/>
          </a:prstGeom>
          <a:noFill/>
          <a:ln w="13970">
            <a:solidFill>
              <a:srgbClr val="322014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76072" y="914400"/>
            <a:ext cx="1103955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意思決定ページ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76072" y="6245352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出典：Source 1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76072" y="6483096"/>
            <a:ext cx="11039551" cy="0"/>
          </a:xfrm>
          <a:prstGeom prst="line">
            <a:avLst/>
          </a:prstGeom>
          <a:noFill/>
          <a:ln w="8890">
            <a:solidFill>
              <a:srgbClr val="E2DCD2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76072" y="65653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スライド型カタログ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249863" y="65653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70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576072" y="2894076"/>
            <a:ext cx="5212080" cy="0"/>
          </a:xfrm>
          <a:prstGeom prst="line">
            <a:avLst/>
          </a:prstGeom>
          <a:noFill/>
          <a:ln w="27940">
            <a:solidFill>
              <a:srgbClr val="5A392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6072" y="3104388"/>
            <a:ext cx="219456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推奨する意思決定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76072" y="3470148"/>
            <a:ext cx="5303520" cy="1371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1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217920" y="2921508"/>
            <a:ext cx="27432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5A392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720840" y="2921508"/>
            <a:ext cx="457200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2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172200" y="3406140"/>
            <a:ext cx="5074920" cy="0"/>
          </a:xfrm>
          <a:prstGeom prst="line">
            <a:avLst/>
          </a:prstGeom>
          <a:noFill/>
          <a:ln w="6350">
            <a:solidFill>
              <a:srgbClr val="E2DCD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0" y="3634740"/>
            <a:ext cx="27432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5A392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720840" y="3634740"/>
            <a:ext cx="457200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3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172200" y="4119372"/>
            <a:ext cx="5074920" cy="0"/>
          </a:xfrm>
          <a:prstGeom prst="line">
            <a:avLst/>
          </a:prstGeom>
          <a:noFill/>
          <a:ln w="6350">
            <a:solidFill>
              <a:srgbClr val="E2DCD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0" y="4347972"/>
            <a:ext cx="27432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5A392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720840" y="4347972"/>
            <a:ext cx="457200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4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172200" y="4832604"/>
            <a:ext cx="5074920" cy="0"/>
          </a:xfrm>
          <a:prstGeom prst="line">
            <a:avLst/>
          </a:prstGeom>
          <a:noFill/>
          <a:ln w="6350">
            <a:solidFill>
              <a:srgbClr val="E2DCD2"/>
            </a:solidFill>
            <a:prstDash val="solid"/>
          </a:ln>
        </p:spPr>
      </p:sp>
      <p:sp>
        <p:nvSpPr>
          <p:cNvPr id="22" name="TextBox 21"/>
          <p:cNvSpPr txBox="1"/>
          <p:nvPr/>
        </p:nvSpPr>
        <p:spPr>
          <a:xfrm>
            <a:off x="10015423" y="6565392"/>
            <a:ext cx="11887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50" b="0">
                <a:solidFill>
                  <a:srgbClr val="8A7B6B"/>
                </a:solidFill>
                <a:latin typeface="Yu Gothic"/>
              </a:rPr>
              <a:t>PPTX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Yu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Yu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70</Slides>
  <Notes>70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70</vt:i4>
      </vt:variant>
    </vt:vector>
  </HeadingPairs>
  <TitlesOfParts>
    <vt:vector size="7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</vt:vector>
  </TitlesOfParts>
  <Company>Consulting Slide Lab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スライド型カタログ</dc:title>
  <dc:subject>Editable synthetic consulting deck generated from SlideSpec</dc:subject>
  <dc:creator>Consulting Slide Lab</dc:creator>
  <cp:lastModifiedBy>Consulting Slide Lab</cp:lastModifiedBy>
  <cp:revision>1</cp:revision>
  <dcterms:created xsi:type="dcterms:W3CDTF">2026-09-04T23:52:05Z</dcterms:created>
  <dcterms:modified xsi:type="dcterms:W3CDTF">2026-09-04T23:52:05Z</dcterms:modified>
</cp:coreProperties>
</file>